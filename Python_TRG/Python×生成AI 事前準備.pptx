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9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894" r:id="rId4"/>
    <p:sldMasterId id="2147483810" r:id="rId5"/>
    <p:sldMasterId id="2147483798" r:id="rId6"/>
    <p:sldMasterId id="2147483828" r:id="rId7"/>
    <p:sldMasterId id="2147483860" r:id="rId8"/>
    <p:sldMasterId id="2147483864" r:id="rId9"/>
    <p:sldMasterId id="2147483875" r:id="rId10"/>
    <p:sldMasterId id="2147483880" r:id="rId11"/>
    <p:sldMasterId id="2147483891" r:id="rId12"/>
    <p:sldMasterId id="2147483895" r:id="rId13"/>
  </p:sldMasterIdLst>
  <p:notesMasterIdLst>
    <p:notesMasterId r:id="rId30"/>
  </p:notesMasterIdLst>
  <p:handoutMasterIdLst>
    <p:handoutMasterId r:id="rId31"/>
  </p:handoutMasterIdLst>
  <p:sldIdLst>
    <p:sldId id="256" r:id="rId14"/>
    <p:sldId id="1578" r:id="rId15"/>
    <p:sldId id="1348" r:id="rId16"/>
    <p:sldId id="1335" r:id="rId17"/>
    <p:sldId id="1307" r:id="rId18"/>
    <p:sldId id="1554" r:id="rId19"/>
    <p:sldId id="1547" r:id="rId20"/>
    <p:sldId id="1337" r:id="rId21"/>
    <p:sldId id="1565" r:id="rId22"/>
    <p:sldId id="1576" r:id="rId23"/>
    <p:sldId id="1580" r:id="rId24"/>
    <p:sldId id="1579" r:id="rId25"/>
    <p:sldId id="1581" r:id="rId26"/>
    <p:sldId id="1577" r:id="rId27"/>
    <p:sldId id="1587" r:id="rId28"/>
    <p:sldId id="1586" r:id="rId29"/>
  </p:sldIdLst>
  <p:sldSz cx="12192000" cy="6858000"/>
  <p:notesSz cx="6807200" cy="9939338"/>
  <p:defaultTextStyle>
    <a:defPPr>
      <a:defRPr lang="en-US"/>
    </a:defPPr>
    <a:lvl1pPr marL="0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1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2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3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4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6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86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67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47" algn="l" defTabSz="91436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" id="{989EBE8A-2058-4EC8-8FE2-8A4BF91BB7D5}">
          <p14:sldIdLst>
            <p14:sldId id="256"/>
            <p14:sldId id="1578"/>
            <p14:sldId id="1348"/>
            <p14:sldId id="1335"/>
            <p14:sldId id="1307"/>
            <p14:sldId id="1554"/>
            <p14:sldId id="1547"/>
            <p14:sldId id="1337"/>
            <p14:sldId id="1565"/>
            <p14:sldId id="1576"/>
            <p14:sldId id="1580"/>
            <p14:sldId id="1579"/>
            <p14:sldId id="1581"/>
            <p14:sldId id="1577"/>
            <p14:sldId id="1587"/>
            <p14:sldId id="1586"/>
          </p14:sldIdLst>
        </p14:section>
        <p14:section name="References" id="{FF4A0449-F491-4DE0-B16C-1525CDBA98A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BEBEBE"/>
    <a:srgbClr val="7500C0"/>
    <a:srgbClr val="7F7F7F"/>
    <a:srgbClr val="000000"/>
    <a:srgbClr val="A100FF"/>
    <a:srgbClr val="339933"/>
    <a:srgbClr val="00BAFF"/>
    <a:srgbClr val="007F3F"/>
    <a:srgbClr val="CDFFC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50908-A9A4-4104-ACB1-A791A048505B}" v="4" dt="2025-10-29T03:16:33.852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21" Type="http://schemas.openxmlformats.org/officeDocument/2006/relationships/slide" Target="slides/slide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ai, Akira A." userId="S::akira.a.sakai@accenture.com::ba730fb8-6935-4766-8980-2711ea9412eb" providerId="AD" clId="Web-{14E50908-A9A4-4104-ACB1-A791A048505B}"/>
    <pc:docChg chg="modSld">
      <pc:chgData name="Sakai, Akira A." userId="S::akira.a.sakai@accenture.com::ba730fb8-6935-4766-8980-2711ea9412eb" providerId="AD" clId="Web-{14E50908-A9A4-4104-ACB1-A791A048505B}" dt="2025-10-29T03:16:32.742" v="2" actId="20577"/>
      <pc:docMkLst>
        <pc:docMk/>
      </pc:docMkLst>
      <pc:sldChg chg="modSp">
        <pc:chgData name="Sakai, Akira A." userId="S::akira.a.sakai@accenture.com::ba730fb8-6935-4766-8980-2711ea9412eb" providerId="AD" clId="Web-{14E50908-A9A4-4104-ACB1-A791A048505B}" dt="2025-10-29T03:16:32.742" v="2" actId="20577"/>
        <pc:sldMkLst>
          <pc:docMk/>
          <pc:sldMk cId="3118297369" sldId="1348"/>
        </pc:sldMkLst>
        <pc:spChg chg="mod">
          <ac:chgData name="Sakai, Akira A." userId="S::akira.a.sakai@accenture.com::ba730fb8-6935-4766-8980-2711ea9412eb" providerId="AD" clId="Web-{14E50908-A9A4-4104-ACB1-A791A048505B}" dt="2025-10-29T03:16:32.742" v="2" actId="20577"/>
          <ac:spMkLst>
            <pc:docMk/>
            <pc:sldMk cId="3118297369" sldId="1348"/>
            <ac:spMk id="14" creationId="{1BCB444F-06F6-4D27-96E2-CD59D6CD7A1D}"/>
          </ac:spMkLst>
        </pc:spChg>
      </pc:sldChg>
    </pc:docChg>
  </pc:docChgLst>
  <pc:docChgLst>
    <pc:chgData name="Sakai, Akira A." userId="ba730fb8-6935-4766-8980-2711ea9412eb" providerId="ADAL" clId="{EE0EC225-F411-4813-97D5-491F4F680805}"/>
    <pc:docChg chg="undo custSel addSld delSld modSld sldOrd addMainMaster modMainMaster modSection">
      <pc:chgData name="Sakai, Akira A." userId="ba730fb8-6935-4766-8980-2711ea9412eb" providerId="ADAL" clId="{EE0EC225-F411-4813-97D5-491F4F680805}" dt="2025-10-10T07:25:04.944" v="1812" actId="20577"/>
      <pc:docMkLst>
        <pc:docMk/>
      </pc:docMkLst>
      <pc:sldChg chg="modSp add del mod">
        <pc:chgData name="Sakai, Akira A." userId="ba730fb8-6935-4766-8980-2711ea9412eb" providerId="ADAL" clId="{EE0EC225-F411-4813-97D5-491F4F680805}" dt="2025-10-10T01:03:26.305" v="83" actId="20577"/>
        <pc:sldMkLst>
          <pc:docMk/>
          <pc:sldMk cId="0" sldId="256"/>
        </pc:sldMkLst>
        <pc:spChg chg="mod">
          <ac:chgData name="Sakai, Akira A." userId="ba730fb8-6935-4766-8980-2711ea9412eb" providerId="ADAL" clId="{EE0EC225-F411-4813-97D5-491F4F680805}" dt="2025-10-10T01:03:26.305" v="8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kai, Akira A." userId="ba730fb8-6935-4766-8980-2711ea9412eb" providerId="ADAL" clId="{EE0EC225-F411-4813-97D5-491F4F680805}" dt="2025-10-10T01:03:14.170" v="81"/>
          <ac:spMkLst>
            <pc:docMk/>
            <pc:sldMk cId="0" sldId="256"/>
            <ac:spMk id="25" creationId="{00000000-0000-0000-0000-000000000000}"/>
          </ac:spMkLst>
        </pc:spChg>
      </pc:sldChg>
      <pc:sldChg chg="addSp delSp modSp mod">
        <pc:chgData name="Sakai, Akira A." userId="ba730fb8-6935-4766-8980-2711ea9412eb" providerId="ADAL" clId="{EE0EC225-F411-4813-97D5-491F4F680805}" dt="2025-10-10T06:57:54.065" v="1789" actId="20577"/>
        <pc:sldMkLst>
          <pc:docMk/>
          <pc:sldMk cId="1995662459" sldId="1576"/>
        </pc:sldMkLst>
        <pc:spChg chg="mod">
          <ac:chgData name="Sakai, Akira A." userId="ba730fb8-6935-4766-8980-2711ea9412eb" providerId="ADAL" clId="{EE0EC225-F411-4813-97D5-491F4F680805}" dt="2025-10-10T06:51:52.239" v="1726" actId="14100"/>
          <ac:spMkLst>
            <pc:docMk/>
            <pc:sldMk cId="1995662459" sldId="1576"/>
            <ac:spMk id="2" creationId="{8B7351E9-0310-0A13-0DD8-2B5C22914183}"/>
          </ac:spMkLst>
        </pc:spChg>
        <pc:spChg chg="mod">
          <ac:chgData name="Sakai, Akira A." userId="ba730fb8-6935-4766-8980-2711ea9412eb" providerId="ADAL" clId="{EE0EC225-F411-4813-97D5-491F4F680805}" dt="2025-10-10T06:57:54.065" v="1789" actId="20577"/>
          <ac:spMkLst>
            <pc:docMk/>
            <pc:sldMk cId="1995662459" sldId="1576"/>
            <ac:spMk id="3" creationId="{BA79D712-2C43-0609-C3A4-5BE9F9E4F7E8}"/>
          </ac:spMkLst>
        </pc:spChg>
        <pc:picChg chg="add mod">
          <ac:chgData name="Sakai, Akira A." userId="ba730fb8-6935-4766-8980-2711ea9412eb" providerId="ADAL" clId="{EE0EC225-F411-4813-97D5-491F4F680805}" dt="2025-10-10T06:52:31.365" v="1729" actId="692"/>
          <ac:picMkLst>
            <pc:docMk/>
            <pc:sldMk cId="1995662459" sldId="1576"/>
            <ac:picMk id="7" creationId="{AB621EF1-53C1-84C0-BC7B-4636CD7B5403}"/>
          </ac:picMkLst>
        </pc:picChg>
      </pc:sldChg>
      <pc:sldChg chg="addSp modSp mod">
        <pc:chgData name="Sakai, Akira A." userId="ba730fb8-6935-4766-8980-2711ea9412eb" providerId="ADAL" clId="{EE0EC225-F411-4813-97D5-491F4F680805}" dt="2025-10-10T06:58:18.378" v="1798" actId="20577"/>
        <pc:sldMkLst>
          <pc:docMk/>
          <pc:sldMk cId="3003074185" sldId="1577"/>
        </pc:sldMkLst>
        <pc:spChg chg="mod">
          <ac:chgData name="Sakai, Akira A." userId="ba730fb8-6935-4766-8980-2711ea9412eb" providerId="ADAL" clId="{EE0EC225-F411-4813-97D5-491F4F680805}" dt="2025-10-10T06:45:29.973" v="1685" actId="20577"/>
          <ac:spMkLst>
            <pc:docMk/>
            <pc:sldMk cId="3003074185" sldId="1577"/>
            <ac:spMk id="2" creationId="{5B7C21AA-FB2C-7370-C2AE-8446E1558116}"/>
          </ac:spMkLst>
        </pc:spChg>
        <pc:spChg chg="mod">
          <ac:chgData name="Sakai, Akira A." userId="ba730fb8-6935-4766-8980-2711ea9412eb" providerId="ADAL" clId="{EE0EC225-F411-4813-97D5-491F4F680805}" dt="2025-10-10T06:58:18.378" v="1798" actId="20577"/>
          <ac:spMkLst>
            <pc:docMk/>
            <pc:sldMk cId="3003074185" sldId="1577"/>
            <ac:spMk id="3" creationId="{534CB26F-9A96-67C2-A4DA-A1A0E0DEEDD9}"/>
          </ac:spMkLst>
        </pc:spChg>
        <pc:picChg chg="add mod">
          <ac:chgData name="Sakai, Akira A." userId="ba730fb8-6935-4766-8980-2711ea9412eb" providerId="ADAL" clId="{EE0EC225-F411-4813-97D5-491F4F680805}" dt="2025-10-10T06:44:18.709" v="1673" actId="1076"/>
          <ac:picMkLst>
            <pc:docMk/>
            <pc:sldMk cId="3003074185" sldId="1577"/>
            <ac:picMk id="6" creationId="{EDA71EEF-4C7A-8769-4257-B3614B32B1AB}"/>
          </ac:picMkLst>
        </pc:picChg>
      </pc:sldChg>
      <pc:sldChg chg="delSp modSp new mod ord modClrScheme chgLayout">
        <pc:chgData name="Sakai, Akira A." userId="ba730fb8-6935-4766-8980-2711ea9412eb" providerId="ADAL" clId="{EE0EC225-F411-4813-97D5-491F4F680805}" dt="2025-10-10T07:25:04.944" v="1812" actId="20577"/>
        <pc:sldMkLst>
          <pc:docMk/>
          <pc:sldMk cId="3692946632" sldId="1578"/>
        </pc:sldMkLst>
        <pc:spChg chg="mod">
          <ac:chgData name="Sakai, Akira A." userId="ba730fb8-6935-4766-8980-2711ea9412eb" providerId="ADAL" clId="{EE0EC225-F411-4813-97D5-491F4F680805}" dt="2025-10-10T07:25:04.944" v="1812" actId="20577"/>
          <ac:spMkLst>
            <pc:docMk/>
            <pc:sldMk cId="3692946632" sldId="1578"/>
            <ac:spMk id="3" creationId="{2EFC68F2-F688-90C2-3CE7-988495858395}"/>
          </ac:spMkLst>
        </pc:spChg>
      </pc:sldChg>
      <pc:sldChg chg="delSp modSp add mod">
        <pc:chgData name="Sakai, Akira A." userId="ba730fb8-6935-4766-8980-2711ea9412eb" providerId="ADAL" clId="{EE0EC225-F411-4813-97D5-491F4F680805}" dt="2025-10-10T06:58:04.790" v="1793" actId="20577"/>
        <pc:sldMkLst>
          <pc:docMk/>
          <pc:sldMk cId="4107455005" sldId="1579"/>
        </pc:sldMkLst>
        <pc:spChg chg="mod">
          <ac:chgData name="Sakai, Akira A." userId="ba730fb8-6935-4766-8980-2711ea9412eb" providerId="ADAL" clId="{EE0EC225-F411-4813-97D5-491F4F680805}" dt="2025-10-10T06:17:23.050" v="1146" actId="20577"/>
          <ac:spMkLst>
            <pc:docMk/>
            <pc:sldMk cId="4107455005" sldId="1579"/>
            <ac:spMk id="2" creationId="{6FB6AD68-38D4-4083-F549-6A7F38D23D60}"/>
          </ac:spMkLst>
        </pc:spChg>
        <pc:spChg chg="mod">
          <ac:chgData name="Sakai, Akira A." userId="ba730fb8-6935-4766-8980-2711ea9412eb" providerId="ADAL" clId="{EE0EC225-F411-4813-97D5-491F4F680805}" dt="2025-10-10T06:58:04.790" v="1793" actId="20577"/>
          <ac:spMkLst>
            <pc:docMk/>
            <pc:sldMk cId="4107455005" sldId="1579"/>
            <ac:spMk id="3" creationId="{CE918E1B-4924-72F1-C46F-0BE796957D06}"/>
          </ac:spMkLst>
        </pc:spChg>
      </pc:sldChg>
      <pc:sldChg chg="addSp delSp modSp add mod">
        <pc:chgData name="Sakai, Akira A." userId="ba730fb8-6935-4766-8980-2711ea9412eb" providerId="ADAL" clId="{EE0EC225-F411-4813-97D5-491F4F680805}" dt="2025-10-10T06:57:59.006" v="1791" actId="20577"/>
        <pc:sldMkLst>
          <pc:docMk/>
          <pc:sldMk cId="1933520530" sldId="1580"/>
        </pc:sldMkLst>
        <pc:spChg chg="mod">
          <ac:chgData name="Sakai, Akira A." userId="ba730fb8-6935-4766-8980-2711ea9412eb" providerId="ADAL" clId="{EE0EC225-F411-4813-97D5-491F4F680805}" dt="2025-10-10T06:56:04.476" v="1764" actId="14100"/>
          <ac:spMkLst>
            <pc:docMk/>
            <pc:sldMk cId="1933520530" sldId="1580"/>
            <ac:spMk id="2" creationId="{9575BEC6-0476-1B6F-DB53-78300BE610F3}"/>
          </ac:spMkLst>
        </pc:spChg>
        <pc:spChg chg="mod">
          <ac:chgData name="Sakai, Akira A." userId="ba730fb8-6935-4766-8980-2711ea9412eb" providerId="ADAL" clId="{EE0EC225-F411-4813-97D5-491F4F680805}" dt="2025-10-10T06:57:59.006" v="1791" actId="20577"/>
          <ac:spMkLst>
            <pc:docMk/>
            <pc:sldMk cId="1933520530" sldId="1580"/>
            <ac:spMk id="3" creationId="{7C1CF689-CB5C-FC1A-E6A2-36BD16511AA3}"/>
          </ac:spMkLst>
        </pc:spChg>
        <pc:picChg chg="add mod">
          <ac:chgData name="Sakai, Akira A." userId="ba730fb8-6935-4766-8980-2711ea9412eb" providerId="ADAL" clId="{EE0EC225-F411-4813-97D5-491F4F680805}" dt="2025-10-10T06:54:31.136" v="1736" actId="692"/>
          <ac:picMkLst>
            <pc:docMk/>
            <pc:sldMk cId="1933520530" sldId="1580"/>
            <ac:picMk id="7" creationId="{F00F37EF-46BA-8D42-A243-19B68A7ABE5D}"/>
          </ac:picMkLst>
        </pc:picChg>
        <pc:picChg chg="add mod">
          <ac:chgData name="Sakai, Akira A." userId="ba730fb8-6935-4766-8980-2711ea9412eb" providerId="ADAL" clId="{EE0EC225-F411-4813-97D5-491F4F680805}" dt="2025-10-10T06:55:00.409" v="1742" actId="14100"/>
          <ac:picMkLst>
            <pc:docMk/>
            <pc:sldMk cId="1933520530" sldId="1580"/>
            <ac:picMk id="9" creationId="{A6905A82-5C96-0428-4698-5D22F976590E}"/>
          </ac:picMkLst>
        </pc:picChg>
        <pc:cxnChg chg="add mod">
          <ac:chgData name="Sakai, Akira A." userId="ba730fb8-6935-4766-8980-2711ea9412eb" providerId="ADAL" clId="{EE0EC225-F411-4813-97D5-491F4F680805}" dt="2025-10-10T06:55:44.180" v="1763" actId="692"/>
          <ac:cxnSpMkLst>
            <pc:docMk/>
            <pc:sldMk cId="1933520530" sldId="1580"/>
            <ac:cxnSpMk id="12" creationId="{563EB0AD-FB8C-5976-043A-CAABD825ADEC}"/>
          </ac:cxnSpMkLst>
        </pc:cxnChg>
      </pc:sldChg>
      <pc:sldChg chg="delSp modSp add mod">
        <pc:chgData name="Sakai, Akira A." userId="ba730fb8-6935-4766-8980-2711ea9412eb" providerId="ADAL" clId="{EE0EC225-F411-4813-97D5-491F4F680805}" dt="2025-10-10T06:57:49.166" v="1787" actId="20577"/>
        <pc:sldMkLst>
          <pc:docMk/>
          <pc:sldMk cId="1829811619" sldId="1581"/>
        </pc:sldMkLst>
        <pc:spChg chg="mod">
          <ac:chgData name="Sakai, Akira A." userId="ba730fb8-6935-4766-8980-2711ea9412eb" providerId="ADAL" clId="{EE0EC225-F411-4813-97D5-491F4F680805}" dt="2025-10-10T06:25:36.285" v="1417" actId="20577"/>
          <ac:spMkLst>
            <pc:docMk/>
            <pc:sldMk cId="1829811619" sldId="1581"/>
            <ac:spMk id="2" creationId="{1D9C48A3-930D-4ABD-100B-99343EA5A243}"/>
          </ac:spMkLst>
        </pc:spChg>
        <pc:spChg chg="mod">
          <ac:chgData name="Sakai, Akira A." userId="ba730fb8-6935-4766-8980-2711ea9412eb" providerId="ADAL" clId="{EE0EC225-F411-4813-97D5-491F4F680805}" dt="2025-10-10T06:57:49.166" v="1787" actId="20577"/>
          <ac:spMkLst>
            <pc:docMk/>
            <pc:sldMk cId="1829811619" sldId="1581"/>
            <ac:spMk id="3" creationId="{6202DDA8-452D-BDCF-81BC-09DA6C88444B}"/>
          </ac:spMkLst>
        </pc:spChg>
      </pc:sldChg>
      <pc:sldChg chg="addSp delSp modSp add mod">
        <pc:chgData name="Sakai, Akira A." userId="ba730fb8-6935-4766-8980-2711ea9412eb" providerId="ADAL" clId="{EE0EC225-F411-4813-97D5-491F4F680805}" dt="2025-10-10T06:58:39.092" v="1808" actId="20577"/>
        <pc:sldMkLst>
          <pc:docMk/>
          <pc:sldMk cId="2369249907" sldId="1586"/>
        </pc:sldMkLst>
        <pc:spChg chg="mod">
          <ac:chgData name="Sakai, Akira A." userId="ba730fb8-6935-4766-8980-2711ea9412eb" providerId="ADAL" clId="{EE0EC225-F411-4813-97D5-491F4F680805}" dt="2025-10-10T06:47:28.413" v="1692" actId="14100"/>
          <ac:spMkLst>
            <pc:docMk/>
            <pc:sldMk cId="2369249907" sldId="1586"/>
            <ac:spMk id="2" creationId="{A4B1A4D5-C2FB-EA8F-3DAA-0AEF3558090A}"/>
          </ac:spMkLst>
        </pc:spChg>
        <pc:spChg chg="mod">
          <ac:chgData name="Sakai, Akira A." userId="ba730fb8-6935-4766-8980-2711ea9412eb" providerId="ADAL" clId="{EE0EC225-F411-4813-97D5-491F4F680805}" dt="2025-10-10T06:58:39.092" v="1808" actId="20577"/>
          <ac:spMkLst>
            <pc:docMk/>
            <pc:sldMk cId="2369249907" sldId="1586"/>
            <ac:spMk id="3" creationId="{F51D3C43-F56A-2386-90D5-CFDCD331A5A7}"/>
          </ac:spMkLst>
        </pc:spChg>
        <pc:spChg chg="add mod">
          <ac:chgData name="Sakai, Akira A." userId="ba730fb8-6935-4766-8980-2711ea9412eb" providerId="ADAL" clId="{EE0EC225-F411-4813-97D5-491F4F680805}" dt="2025-10-10T06:50:12.610" v="1714" actId="14100"/>
          <ac:spMkLst>
            <pc:docMk/>
            <pc:sldMk cId="2369249907" sldId="1586"/>
            <ac:spMk id="11" creationId="{DC4286BC-355F-CD35-BD55-A195D59F41B4}"/>
          </ac:spMkLst>
        </pc:spChg>
        <pc:picChg chg="add mod">
          <ac:chgData name="Sakai, Akira A." userId="ba730fb8-6935-4766-8980-2711ea9412eb" providerId="ADAL" clId="{EE0EC225-F411-4813-97D5-491F4F680805}" dt="2025-10-10T06:48:03.970" v="1699" actId="1076"/>
          <ac:picMkLst>
            <pc:docMk/>
            <pc:sldMk cId="2369249907" sldId="1586"/>
            <ac:picMk id="8" creationId="{54C4A8C6-1545-CE66-4380-B56C27D245CD}"/>
          </ac:picMkLst>
        </pc:picChg>
        <pc:picChg chg="add mod">
          <ac:chgData name="Sakai, Akira A." userId="ba730fb8-6935-4766-8980-2711ea9412eb" providerId="ADAL" clId="{EE0EC225-F411-4813-97D5-491F4F680805}" dt="2025-10-10T06:49:30.995" v="1705" actId="1076"/>
          <ac:picMkLst>
            <pc:docMk/>
            <pc:sldMk cId="2369249907" sldId="1586"/>
            <ac:picMk id="10" creationId="{4DF0FA65-16F0-7FEB-B3E8-0585460F94A4}"/>
          </ac:picMkLst>
        </pc:picChg>
        <pc:cxnChg chg="add mod">
          <ac:chgData name="Sakai, Akira A." userId="ba730fb8-6935-4766-8980-2711ea9412eb" providerId="ADAL" clId="{EE0EC225-F411-4813-97D5-491F4F680805}" dt="2025-10-10T06:50:48.160" v="1719" actId="692"/>
          <ac:cxnSpMkLst>
            <pc:docMk/>
            <pc:sldMk cId="2369249907" sldId="1586"/>
            <ac:cxnSpMk id="13" creationId="{ED53FF6C-AFBA-AB46-1CB9-69EB8173AB73}"/>
          </ac:cxnSpMkLst>
        </pc:cxnChg>
      </pc:sldChg>
      <pc:sldChg chg="addSp modSp add mod">
        <pc:chgData name="Sakai, Akira A." userId="ba730fb8-6935-4766-8980-2711ea9412eb" providerId="ADAL" clId="{EE0EC225-F411-4813-97D5-491F4F680805}" dt="2025-10-10T06:58:27.600" v="1801" actId="20577"/>
        <pc:sldMkLst>
          <pc:docMk/>
          <pc:sldMk cId="1404264724" sldId="1587"/>
        </pc:sldMkLst>
        <pc:spChg chg="mod">
          <ac:chgData name="Sakai, Akira A." userId="ba730fb8-6935-4766-8980-2711ea9412eb" providerId="ADAL" clId="{EE0EC225-F411-4813-97D5-491F4F680805}" dt="2025-10-10T06:45:07.891" v="1681" actId="14100"/>
          <ac:spMkLst>
            <pc:docMk/>
            <pc:sldMk cId="1404264724" sldId="1587"/>
            <ac:spMk id="2" creationId="{F01CFA8C-41FB-4613-1838-E7B32A1AC156}"/>
          </ac:spMkLst>
        </pc:spChg>
        <pc:spChg chg="mod">
          <ac:chgData name="Sakai, Akira A." userId="ba730fb8-6935-4766-8980-2711ea9412eb" providerId="ADAL" clId="{EE0EC225-F411-4813-97D5-491F4F680805}" dt="2025-10-10T06:58:27.600" v="1801" actId="20577"/>
          <ac:spMkLst>
            <pc:docMk/>
            <pc:sldMk cId="1404264724" sldId="1587"/>
            <ac:spMk id="3" creationId="{E31609F4-28F8-2C7E-642D-5095B592A888}"/>
          </ac:spMkLst>
        </pc:spChg>
        <pc:picChg chg="add mod">
          <ac:chgData name="Sakai, Akira A." userId="ba730fb8-6935-4766-8980-2711ea9412eb" providerId="ADAL" clId="{EE0EC225-F411-4813-97D5-491F4F680805}" dt="2025-10-10T06:45:15.416" v="1682" actId="1076"/>
          <ac:picMkLst>
            <pc:docMk/>
            <pc:sldMk cId="1404264724" sldId="1587"/>
            <ac:picMk id="6" creationId="{CC1E4E36-6EF7-F23B-6988-6AB111B85BE8}"/>
          </ac:picMkLst>
        </pc:picChg>
        <pc:picChg chg="add mod">
          <ac:chgData name="Sakai, Akira A." userId="ba730fb8-6935-4766-8980-2711ea9412eb" providerId="ADAL" clId="{EE0EC225-F411-4813-97D5-491F4F680805}" dt="2025-10-10T06:46:59.653" v="1691" actId="692"/>
          <ac:picMkLst>
            <pc:docMk/>
            <pc:sldMk cId="1404264724" sldId="1587"/>
            <ac:picMk id="7" creationId="{12C1F13D-0ECC-5FF4-B868-C42A621AE5F0}"/>
          </ac:picMkLst>
        </pc:picChg>
      </pc:sldChg>
      <pc:sldMasterChg chg="add addSldLayout">
        <pc:chgData name="Sakai, Akira A." userId="ba730fb8-6935-4766-8980-2711ea9412eb" providerId="ADAL" clId="{EE0EC225-F411-4813-97D5-491F4F680805}" dt="2025-10-10T01:03:05.546" v="70"/>
        <pc:sldMasterMkLst>
          <pc:docMk/>
          <pc:sldMasterMk cId="0" sldId="2147483648"/>
        </pc:sldMasterMkLst>
        <pc:sldLayoutChg chg="add">
          <pc:chgData name="Sakai, Akira A." userId="ba730fb8-6935-4766-8980-2711ea9412eb" providerId="ADAL" clId="{EE0EC225-F411-4813-97D5-491F4F680805}" dt="2025-10-10T01:03:05.546" v="70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replId">
        <pc:chgData name="Sakai, Akira A." userId="ba730fb8-6935-4766-8980-2711ea9412eb" providerId="ADAL" clId="{EE0EC225-F411-4813-97D5-491F4F680805}" dt="2025-10-10T01:03:05.546" v="70"/>
        <pc:sldMasterMkLst>
          <pc:docMk/>
          <pc:sldMasterMk cId="4184910590" sldId="2147483894"/>
        </pc:sldMasterMkLst>
      </pc:sldMasterChg>
      <pc:sldMasterChg chg="add addSldLayout">
        <pc:chgData name="Sakai, Akira A." userId="ba730fb8-6935-4766-8980-2711ea9412eb" providerId="ADAL" clId="{EE0EC225-F411-4813-97D5-491F4F680805}" dt="2025-10-10T01:03:14.130" v="74"/>
        <pc:sldMasterMkLst>
          <pc:docMk/>
          <pc:sldMasterMk cId="0" sldId="2147483895"/>
        </pc:sldMasterMkLst>
        <pc:sldLayoutChg chg="add">
          <pc:chgData name="Sakai, Akira A." userId="ba730fb8-6935-4766-8980-2711ea9412eb" providerId="ADAL" clId="{EE0EC225-F411-4813-97D5-491F4F680805}" dt="2025-10-10T01:03:14.130" v="74"/>
          <pc:sldLayoutMkLst>
            <pc:docMk/>
            <pc:sldMasterMk cId="0" sldId="2147483895"/>
            <pc:sldLayoutMk cId="0" sldId="2147483650"/>
          </pc:sldLayoutMkLst>
        </pc:sldLayoutChg>
        <pc:sldLayoutChg chg="add">
          <pc:chgData name="Sakai, Akira A." userId="ba730fb8-6935-4766-8980-2711ea9412eb" providerId="ADAL" clId="{EE0EC225-F411-4813-97D5-491F4F680805}" dt="2025-10-10T01:03:14.130" v="74"/>
          <pc:sldLayoutMkLst>
            <pc:docMk/>
            <pc:sldMasterMk cId="0" sldId="2147483895"/>
            <pc:sldLayoutMk cId="0" sldId="21474838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D084F-DC83-4EB0-8CED-52E9AA3ECA1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7E0A-F321-48DC-AF94-681D4DCF3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1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2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3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4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6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86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67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47" algn="l" defTabSz="91436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0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Purpose w/Co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7584904-E856-4CC0-A3CC-F0B99A8BE5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965"/>
          <a:stretch/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6BCB9D2-8D6D-457E-985E-D5DA2A5679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2454044"/>
            <a:ext cx="3902058" cy="404835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6929249-79B6-4D5B-9FA8-3E41609127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84990" y="388867"/>
            <a:ext cx="3229889" cy="58024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BA32BC83-EAEC-4A33-822D-75D80DF5CCCC}"/>
              </a:ext>
            </a:extLst>
          </p:cNvPr>
          <p:cNvSpPr/>
          <p:nvPr userDrawn="1"/>
        </p:nvSpPr>
        <p:spPr>
          <a:xfrm>
            <a:off x="392166" y="6113692"/>
            <a:ext cx="2708242" cy="344646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3199" b="1">
                <a:solidFill>
                  <a:schemeClr val="bg1"/>
                </a:solidFill>
                <a:ea typeface="+mj-ea"/>
                <a:cs typeface="+mj-cs"/>
              </a:rPr>
              <a:t>Training </a:t>
            </a:r>
            <a:r>
              <a:rPr lang="en-US" sz="3199" b="1" err="1">
                <a:solidFill>
                  <a:schemeClr val="bg1"/>
                </a:solidFill>
                <a:ea typeface="+mj-ea"/>
                <a:cs typeface="+mj-cs"/>
              </a:rPr>
              <a:t>CoE</a:t>
            </a:r>
            <a:endParaRPr lang="en-US" sz="3199" b="1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510B736-F6C0-4954-BDE6-AFF2DFFB001E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3" name="Rectangle 97">
            <a:extLst>
              <a:ext uri="{FF2B5EF4-FFF2-40B4-BE49-F238E27FC236}">
                <a16:creationId xmlns:a16="http://schemas.microsoft.com/office/drawing/2014/main" id="{68901961-9A62-4FE0-AE16-A36F67A6DB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822CE2CC-A3E0-44D8-8BC4-F0F2358DE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2166" y="4167435"/>
            <a:ext cx="1606209" cy="844847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Aft>
                <a:spcPts val="601"/>
              </a:spcAft>
              <a:defRPr sz="5400" cap="none" baseline="0">
                <a:solidFill>
                  <a:schemeClr val="bg1"/>
                </a:solidFill>
              </a:defRPr>
            </a:lvl1pPr>
            <a:lvl2pPr>
              <a:defRPr sz="5400">
                <a:solidFill>
                  <a:schemeClr val="bg1"/>
                </a:solidFill>
              </a:defRPr>
            </a:lvl2pPr>
            <a:lvl3pPr>
              <a:defRPr sz="5400">
                <a:solidFill>
                  <a:schemeClr val="bg1"/>
                </a:solidFill>
              </a:defRPr>
            </a:lvl3pPr>
            <a:lvl4pPr>
              <a:defRPr sz="5400">
                <a:solidFill>
                  <a:schemeClr val="bg1"/>
                </a:solidFill>
              </a:defRPr>
            </a:lvl4pPr>
            <a:lvl5pPr>
              <a:defRPr sz="5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16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: Whit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84CBA882-E69F-4D5E-933C-CDB53730F5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14" b="1484"/>
          <a:stretch/>
        </p:blipFill>
        <p:spPr>
          <a:xfrm>
            <a:off x="2381" y="793"/>
            <a:ext cx="12189619" cy="68572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BAAAE21-AC45-43DE-AED6-1D5736ACDE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2123133"/>
            <a:ext cx="6480000" cy="2448232"/>
          </a:xfr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1200"/>
              </a:spcAft>
              <a:defRPr sz="4800" cap="none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コース名</a:t>
            </a:r>
            <a:br>
              <a:rPr lang="en-US" altLang="ja-JP"/>
            </a:br>
            <a:r>
              <a:rPr lang="ja-JP" altLang="en-US"/>
              <a:t>講義名 </a:t>
            </a:r>
            <a:r>
              <a:rPr lang="en-US" altLang="ja-JP"/>
              <a:t>48PT</a:t>
            </a:r>
            <a:endParaRPr lang="en-US"/>
          </a:p>
        </p:txBody>
      </p:sp>
      <p:pic>
        <p:nvPicPr>
          <p:cNvPr id="12" name="図 11" descr="図形, 矢印&#10;&#10;自動的に生成された説明">
            <a:extLst>
              <a:ext uri="{FF2B5EF4-FFF2-40B4-BE49-F238E27FC236}">
                <a16:creationId xmlns:a16="http://schemas.microsoft.com/office/drawing/2014/main" id="{9E756730-BAE0-40C2-A563-C85BAA06CA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0317" y="1125132"/>
            <a:ext cx="4166624" cy="4572009"/>
          </a:xfrm>
          <a:prstGeom prst="rect">
            <a:avLst/>
          </a:prstGeom>
        </p:spPr>
      </p:pic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DA66DB19-C891-4887-BBE8-1576382C3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684771"/>
            <a:ext cx="6362015" cy="438150"/>
          </a:xfrm>
          <a:prstGeom prst="rect">
            <a:avLst/>
          </a:prstGeom>
        </p:spPr>
        <p:txBody>
          <a:bodyPr lIns="0"/>
          <a:lstStyle>
            <a:lvl1pPr>
              <a:defRPr sz="4000" cap="none" baseline="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トレーニング名 </a:t>
            </a:r>
            <a:r>
              <a:rPr kumimoji="1" lang="en-US" altLang="ja-JP"/>
              <a:t>40PT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CBAB2B1-FC47-4DCF-B045-702917D5A81C}"/>
              </a:ext>
            </a:extLst>
          </p:cNvPr>
          <p:cNvSpPr txBox="1"/>
          <p:nvPr userDrawn="1"/>
        </p:nvSpPr>
        <p:spPr>
          <a:xfrm>
            <a:off x="381001" y="5987292"/>
            <a:ext cx="2774378" cy="47705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800" b="1" cap="none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Training</a:t>
            </a:r>
            <a:r>
              <a:rPr lang="ja-JP" altLang="en-US" sz="2800" b="1" cap="none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2800" b="1" cap="none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CoE</a:t>
            </a:r>
            <a:endParaRPr lang="en-US" altLang="ja-JP" sz="2800" b="1" cap="none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681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l Trai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7584904-E856-4CC0-A3CC-F0B99A8BE5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965"/>
          <a:stretch/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6BCB9D2-8D6D-457E-985E-D5DA2A5679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2454044"/>
            <a:ext cx="3902058" cy="404835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6929249-79B6-4D5B-9FA8-3E41609127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84990" y="388867"/>
            <a:ext cx="3229889" cy="580244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510B736-F6C0-4954-BDE6-AFF2DFFB001E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3" name="Rectangle 97">
            <a:extLst>
              <a:ext uri="{FF2B5EF4-FFF2-40B4-BE49-F238E27FC236}">
                <a16:creationId xmlns:a16="http://schemas.microsoft.com/office/drawing/2014/main" id="{68901961-9A62-4FE0-AE16-A36F67A6DB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D2C820E8-C412-42C4-83CC-D7A961930E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2166" y="4167435"/>
            <a:ext cx="2378857" cy="1682853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Aft>
                <a:spcPts val="601"/>
              </a:spcAft>
              <a:defRPr sz="5400" cap="none" baseline="0">
                <a:solidFill>
                  <a:schemeClr val="bg1"/>
                </a:solidFill>
              </a:defRPr>
            </a:lvl1pPr>
            <a:lvl2pPr>
              <a:defRPr sz="5400">
                <a:solidFill>
                  <a:schemeClr val="bg1"/>
                </a:solidFill>
              </a:defRPr>
            </a:lvl2pPr>
            <a:lvl3pPr>
              <a:defRPr sz="5400">
                <a:solidFill>
                  <a:schemeClr val="bg1"/>
                </a:solidFill>
              </a:defRPr>
            </a:lvl3pPr>
            <a:lvl4pPr>
              <a:defRPr sz="5400">
                <a:solidFill>
                  <a:schemeClr val="bg1"/>
                </a:solidFill>
              </a:defRPr>
            </a:lvl4pPr>
            <a:lvl5pPr>
              <a:defRPr sz="5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コース名</a:t>
            </a:r>
            <a:endParaRPr kumimoji="1" lang="en-US" altLang="ja-JP"/>
          </a:p>
          <a:p>
            <a:pPr lvl="0"/>
            <a:r>
              <a:rPr kumimoji="1" lang="ja-JP" altLang="en-US"/>
              <a:t>講義名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8B441FD6-5EC0-4E1A-9C53-126C71BA9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2166" y="6039762"/>
            <a:ext cx="1492012" cy="41857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spcAft>
                <a:spcPts val="601"/>
              </a:spcAft>
              <a:defRPr sz="3200" cap="none" baseline="0">
                <a:solidFill>
                  <a:schemeClr val="bg1"/>
                </a:solidFill>
              </a:defRPr>
            </a:lvl1pPr>
            <a:lvl2pPr>
              <a:defRPr sz="5400">
                <a:solidFill>
                  <a:schemeClr val="bg1"/>
                </a:solidFill>
              </a:defRPr>
            </a:lvl2pPr>
            <a:lvl3pPr>
              <a:defRPr sz="5400">
                <a:solidFill>
                  <a:schemeClr val="bg1"/>
                </a:solidFill>
              </a:defRPr>
            </a:lvl3pPr>
            <a:lvl4pPr>
              <a:defRPr sz="5400">
                <a:solidFill>
                  <a:schemeClr val="bg1"/>
                </a:solidFill>
              </a:defRPr>
            </a:lvl4pPr>
            <a:lvl5pPr>
              <a:defRPr sz="5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Author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75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9D4D7-B858-4FC2-A33D-F1A033BB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6800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2E8CF53-616B-4EC4-AEF0-5E7F4BFB75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646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9D4D7-B858-4FC2-A33D-F1A033BB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6800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531D5CB-7F3D-4E4D-9838-10B8BD848BA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1" y="1188000"/>
            <a:ext cx="11430000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016DD14D-5D4F-47F8-953A-2B8B00373F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01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F9F91-7820-414F-AC7D-A7DC81EA7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E04C7B2-8102-4F2A-8A5D-6913F5130F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1" y="1188000"/>
            <a:ext cx="5635485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2DCE70E-AB02-4A7A-9B9E-E4F12BE66C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75516" y="1188000"/>
            <a:ext cx="5635485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C64E8FAD-E448-4E8B-A4FB-F377A96FCE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581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02F63-F29A-46D3-934A-E4DF7B9FA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1C0FE11-5631-46CA-B49A-EE13C45A8B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188000"/>
            <a:ext cx="3744000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255E61D-5CE4-4334-8441-77322CF7742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24129" y="1188000"/>
            <a:ext cx="3744000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D763A-CC96-4EC7-98D7-B58D0782BB9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7259" y="1188000"/>
            <a:ext cx="3744000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48370F0-8735-4191-853E-DB749086C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131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38" userDrawn="1">
          <p15:clr>
            <a:srgbClr val="FBAE40"/>
          </p15:clr>
        </p15:guide>
        <p15:guide id="2" pos="50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 w/Messag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5E23F-4C3D-4D92-85A4-4360F19C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1FFB11D-3C8F-4AAC-B7AB-2B8E1C075A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1" y="1828799"/>
            <a:ext cx="11430000" cy="4680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98E49F-DDC7-4780-88BD-7EFEC2FFC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1" y="1188000"/>
            <a:ext cx="11430000" cy="6191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6AE5AFEA-A413-4CD3-8685-FB7FEC04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629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 2 Columns w/M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5E23F-4C3D-4D92-85A4-4360F19C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98E49F-DDC7-4780-88BD-7EFEC2FFC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1" y="1188000"/>
            <a:ext cx="11430000" cy="6191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8186C-8147-4268-9E9C-421AC8389ED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1" y="1828800"/>
            <a:ext cx="5635485" cy="468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37E346-169A-404D-B706-FF3BB8CE3EF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75516" y="1828800"/>
            <a:ext cx="5635485" cy="468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403BD21F-2366-4233-8F86-3B54BCD83F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316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tyle 3 Columns w/M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E76BB-3D94-464C-89F5-F678F312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3E0AE7F1-E7AE-4F3C-98F3-2E1426A53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1" y="1188000"/>
            <a:ext cx="11430000" cy="6191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957C878-B203-4D3F-823C-27082CF24CD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828805"/>
            <a:ext cx="3744000" cy="4680000"/>
          </a:xfrm>
          <a:prstGeom prst="rect">
            <a:avLst/>
          </a:prstGeom>
        </p:spPr>
        <p:txBody>
          <a:bodyPr tIns="90000" rIns="46800" bIns="46800"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EA520-4058-42FE-B86B-7AF45766428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24129" y="1828805"/>
            <a:ext cx="3744000" cy="4680000"/>
          </a:xfrm>
          <a:prstGeom prst="rect">
            <a:avLst/>
          </a:prstGeom>
        </p:spPr>
        <p:txBody>
          <a:bodyPr tIns="90000" rIns="46800" bIns="46800"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FF141AD-1103-4943-854D-54B686BBBE3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7259" y="1828805"/>
            <a:ext cx="3744000" cy="4680000"/>
          </a:xfrm>
          <a:prstGeom prst="rect">
            <a:avLst/>
          </a:prstGeom>
        </p:spPr>
        <p:txBody>
          <a:bodyPr tIns="90000" rIns="46800" bIns="46800"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96EAAEB2-08A3-4817-80E2-9B57116257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49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38" userDrawn="1">
          <p15:clr>
            <a:srgbClr val="FBAE40"/>
          </p15:clr>
        </p15:guide>
        <p15:guide id="2" pos="5042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830C3-C0EE-482E-A319-3C67118A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Activity:1</a:t>
            </a:r>
            <a:endParaRPr kumimoji="1" lang="ja-JP" alt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929EA35-1B2C-4EA6-8BA2-7F29DBC01EB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1" y="1188000"/>
            <a:ext cx="9675812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732F8A0-7B2D-49CA-A694-DD67620B1E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76" t="22366" r="36150" b="22981"/>
          <a:stretch/>
        </p:blipFill>
        <p:spPr>
          <a:xfrm>
            <a:off x="9951398" y="4096949"/>
            <a:ext cx="2207729" cy="2453771"/>
          </a:xfrm>
          <a:prstGeom prst="rect">
            <a:avLst/>
          </a:prstGeom>
        </p:spPr>
      </p:pic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42349778-A350-46AC-ABAE-75D2E7CEBA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902566">
            <a:off x="10223683" y="4966091"/>
            <a:ext cx="900135" cy="67698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7A9E9A-4085-4123-8768-7C2E64649574}"/>
              </a:ext>
            </a:extLst>
          </p:cNvPr>
          <p:cNvSpPr txBox="1"/>
          <p:nvPr userDrawn="1"/>
        </p:nvSpPr>
        <p:spPr>
          <a:xfrm rot="1115378">
            <a:off x="10261006" y="5498653"/>
            <a:ext cx="102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min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19A95BA9-309D-4E2B-A72E-BF55E476C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786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3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ci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1AC96-2230-4495-B8C6-4014B7643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Exercises:1</a:t>
            </a:r>
            <a:endParaRPr kumimoji="1" lang="ja-JP" altLang="en-US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4F89810-21DB-4087-919E-F99B7C7C411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1" y="1188000"/>
            <a:ext cx="10036656" cy="532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0">
                <a:latin typeface="+mn-ea"/>
                <a:ea typeface="+mn-ea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lnSpc>
                <a:spcPct val="100000"/>
              </a:lnSpc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0D9F8D6B-EA6D-411A-80A9-84A143621C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6008" y="3813246"/>
            <a:ext cx="1479059" cy="2742551"/>
          </a:xfrm>
          <a:prstGeom prst="rect">
            <a:avLst/>
          </a:prstGeom>
        </p:spPr>
      </p:pic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5B621522-F74D-4F9D-8B15-202462BD76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17657" y="6025343"/>
            <a:ext cx="1635760" cy="45475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ja-JP"/>
              <a:t>00 min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CE462AFB-60A5-4E23-8D16-729A8921A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529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Sty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4FA3F-BC44-4DCF-88D9-A04FB02E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86347"/>
            <a:ext cx="11430000" cy="59155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438D2D-249D-455A-AB6F-89888031D11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000" y="1185449"/>
            <a:ext cx="11429999" cy="51219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0"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 marL="514338" indent="-230182">
              <a:buFont typeface="Graphik" panose="020B0503030202060203" pitchFamily="34" charset="0"/>
              <a:buChar char="–"/>
              <a:defRPr>
                <a:latin typeface="+mj-ea"/>
                <a:ea typeface="+mj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1FB9C075-D334-4E81-83A1-8F0FCAA215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259445"/>
            <a:ext cx="5146040" cy="350156"/>
          </a:xfrm>
        </p:spPr>
        <p:txBody>
          <a:bodyPr>
            <a:noAutofit/>
          </a:bodyPr>
          <a:lstStyle>
            <a:lvl1pPr marL="55561" indent="0">
              <a:buFont typeface="Arial" panose="020B0604020202020204" pitchFamily="34" charset="0"/>
              <a:buNone/>
              <a:defRPr>
                <a:latin typeface="+mj-ea"/>
                <a:ea typeface="+mj-ea"/>
              </a:defRPr>
            </a:lvl1pPr>
            <a:lvl2pPr marL="55562" indent="0">
              <a:buNone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kumimoji="1" lang="en-US" altLang="ja-JP" sz="2000"/>
              <a:t>00.C</a:t>
            </a:r>
            <a:r>
              <a:rPr kumimoji="1" lang="en-US" altLang="ja-JP" sz="2000" cap="none" baseline="0"/>
              <a:t>hapter Title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89803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0">
            <a:extLst>
              <a:ext uri="{FF2B5EF4-FFF2-40B4-BE49-F238E27FC236}">
                <a16:creationId xmlns:a16="http://schemas.microsoft.com/office/drawing/2014/main" id="{27E2D71F-2443-4E1A-8D47-B1F7C2A59357}"/>
              </a:ext>
            </a:extLst>
          </p:cNvPr>
          <p:cNvSpPr txBox="1">
            <a:spLocks/>
          </p:cNvSpPr>
          <p:nvPr userDrawn="1"/>
        </p:nvSpPr>
        <p:spPr>
          <a:xfrm>
            <a:off x="381600" y="568800"/>
            <a:ext cx="2051844" cy="590400"/>
          </a:xfrm>
          <a:prstGeom prst="rect">
            <a:avLst/>
          </a:prstGeom>
        </p:spPr>
        <p:txBody>
          <a:bodyPr vert="horz" wrap="none" lIns="0" tIns="45721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【</a:t>
            </a: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変更履歴</a:t>
            </a: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】</a:t>
            </a:r>
            <a:endParaRPr kumimoji="0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j-cs"/>
            </a:endParaRPr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5BD4574C-2D59-45D0-801C-37ACB4E4F3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520" y="2570485"/>
            <a:ext cx="7559040" cy="1036321"/>
          </a:xfrm>
        </p:spPr>
        <p:txBody>
          <a:bodyPr>
            <a:noAutofit/>
          </a:bodyPr>
          <a:lstStyle>
            <a:lvl1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1pPr>
            <a:lvl2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2pPr>
            <a:lvl3pPr marL="514338" indent="-230182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3pPr>
            <a:lvl4pPr marL="685784" indent="-17144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4pPr>
            <a:lvl5pPr marL="857229" indent="-17779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615A2D-E2FA-4728-861F-34BAB56754AB}"/>
              </a:ext>
            </a:extLst>
          </p:cNvPr>
          <p:cNvSpPr txBox="1"/>
          <p:nvPr userDrawn="1"/>
        </p:nvSpPr>
        <p:spPr>
          <a:xfrm>
            <a:off x="381600" y="1183902"/>
            <a:ext cx="7960361" cy="353943"/>
          </a:xfrm>
          <a:prstGeom prst="rect">
            <a:avLst/>
          </a:prstGeom>
          <a:noFill/>
        </p:spPr>
        <p:txBody>
          <a:bodyPr wrap="square" lIns="46800" tIns="0" rIns="0" bIns="90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Meiryo UI"/>
                <a:cs typeface="+mn-cs"/>
              </a:rPr>
              <a:t>変更履歴は下記を参照してください。</a:t>
            </a:r>
            <a:endParaRPr kumimoji="1" lang="en-US" altLang="ja-JP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790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Composi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9045D2B-D9FB-463F-8BD7-67EAF5167582}"/>
              </a:ext>
            </a:extLst>
          </p:cNvPr>
          <p:cNvGrpSpPr/>
          <p:nvPr userDrawn="1"/>
        </p:nvGrpSpPr>
        <p:grpSpPr>
          <a:xfrm>
            <a:off x="5201161" y="1219882"/>
            <a:ext cx="6987600" cy="5637603"/>
            <a:chOff x="5201160" y="1230128"/>
            <a:chExt cx="6987600" cy="5637602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D55193B7-49B0-48CE-8082-3398FE2245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351"/>
            <a:stretch/>
          </p:blipFill>
          <p:spPr>
            <a:xfrm>
              <a:off x="5202979" y="1231031"/>
              <a:ext cx="6985781" cy="5636699"/>
            </a:xfrm>
            <a:prstGeom prst="rect">
              <a:avLst/>
            </a:prstGeom>
          </p:spPr>
        </p:pic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71805F4-C75A-4B44-A30A-2E5D9C000165}"/>
                </a:ext>
              </a:extLst>
            </p:cNvPr>
            <p:cNvSpPr/>
            <p:nvPr userDrawn="1"/>
          </p:nvSpPr>
          <p:spPr>
            <a:xfrm>
              <a:off x="5201160" y="1230128"/>
              <a:ext cx="6987600" cy="563759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CFCFC">
                    <a:alpha val="50000"/>
                  </a:srgbClr>
                </a:gs>
                <a:gs pos="0">
                  <a:schemeClr val="bg1"/>
                </a:gs>
                <a:gs pos="100000">
                  <a:srgbClr val="F8F8F8">
                    <a:alpha val="5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Meiryo UI"/>
                <a:cs typeface="+mn-cs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B690F66-0BEF-4AAF-B8E8-48EF3D2C8C88}"/>
                </a:ext>
              </a:extLst>
            </p:cNvPr>
            <p:cNvSpPr/>
            <p:nvPr userDrawn="1"/>
          </p:nvSpPr>
          <p:spPr>
            <a:xfrm>
              <a:off x="5201160" y="1230128"/>
              <a:ext cx="6987600" cy="563759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37000">
                  <a:srgbClr val="F9F5FC">
                    <a:alpha val="30000"/>
                  </a:srgbClr>
                </a:gs>
                <a:gs pos="100000">
                  <a:srgbClr val="F8F8F8">
                    <a:alpha val="3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Meiryo UI"/>
                <a:cs typeface="+mn-cs"/>
              </a:endParaRPr>
            </a:p>
          </p:txBody>
        </p:sp>
      </p:grpSp>
      <p:sp>
        <p:nvSpPr>
          <p:cNvPr id="34" name="Title 10">
            <a:extLst>
              <a:ext uri="{FF2B5EF4-FFF2-40B4-BE49-F238E27FC236}">
                <a16:creationId xmlns:a16="http://schemas.microsoft.com/office/drawing/2014/main" id="{B6BA5C3C-C80D-4F63-ABEA-908C6F174537}"/>
              </a:ext>
            </a:extLst>
          </p:cNvPr>
          <p:cNvSpPr txBox="1">
            <a:spLocks/>
          </p:cNvSpPr>
          <p:nvPr userDrawn="1"/>
        </p:nvSpPr>
        <p:spPr>
          <a:xfrm>
            <a:off x="381600" y="325268"/>
            <a:ext cx="1760226" cy="307777"/>
          </a:xfrm>
          <a:prstGeom prst="rect">
            <a:avLst/>
          </a:prstGeom>
        </p:spPr>
        <p:txBody>
          <a:bodyPr vert="horz" wrap="none" lIns="46800" tIns="0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Introduction</a:t>
            </a:r>
          </a:p>
        </p:txBody>
      </p:sp>
      <p:sp>
        <p:nvSpPr>
          <p:cNvPr id="49" name="Content Placeholder 5">
            <a:extLst>
              <a:ext uri="{FF2B5EF4-FFF2-40B4-BE49-F238E27FC236}">
                <a16:creationId xmlns:a16="http://schemas.microsoft.com/office/drawing/2014/main" id="{E12BFF32-D8EC-43A3-BC92-744019B520CB}"/>
              </a:ext>
            </a:extLst>
          </p:cNvPr>
          <p:cNvSpPr>
            <a:spLocks noGrp="1"/>
          </p:cNvSpPr>
          <p:nvPr userDrawn="1">
            <p:ph sz="quarter" idx="23" hasCustomPrompt="1"/>
          </p:nvPr>
        </p:nvSpPr>
        <p:spPr>
          <a:xfrm>
            <a:off x="381600" y="1185087"/>
            <a:ext cx="11430001" cy="373949"/>
          </a:xfrm>
        </p:spPr>
        <p:txBody>
          <a:bodyPr wrap="square">
            <a:noAutofit/>
          </a:bodyPr>
          <a:lstStyle>
            <a:lvl1pPr>
              <a:defRPr sz="2000">
                <a:latin typeface="+mn-ea"/>
                <a:ea typeface="+mn-ea"/>
              </a:defRPr>
            </a:lvl1pPr>
            <a:lvl2pPr>
              <a:defRPr>
                <a:latin typeface="+mj-ea"/>
                <a:ea typeface="+mj-ea"/>
              </a:defRPr>
            </a:lvl2pPr>
            <a:lvl3pPr marL="514338" indent="-230182">
              <a:buFont typeface="Graphik" panose="020B0503030202060203" pitchFamily="34" charset="0"/>
              <a:buChar char="–"/>
              <a:defRPr>
                <a:latin typeface="+mj-ea"/>
                <a:ea typeface="+mj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itle 10">
            <a:extLst>
              <a:ext uri="{FF2B5EF4-FFF2-40B4-BE49-F238E27FC236}">
                <a16:creationId xmlns:a16="http://schemas.microsoft.com/office/drawing/2014/main" id="{E1F190FA-35D8-47A0-B21A-A4E3813AB01D}"/>
              </a:ext>
            </a:extLst>
          </p:cNvPr>
          <p:cNvSpPr txBox="1">
            <a:spLocks/>
          </p:cNvSpPr>
          <p:nvPr userDrawn="1"/>
        </p:nvSpPr>
        <p:spPr>
          <a:xfrm>
            <a:off x="381600" y="620590"/>
            <a:ext cx="4003468" cy="538610"/>
          </a:xfrm>
          <a:prstGeom prst="rect">
            <a:avLst/>
          </a:prstGeom>
        </p:spPr>
        <p:txBody>
          <a:bodyPr vert="horz" wrap="none" lIns="46800" tIns="45721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Meiryo UI"/>
                <a:cs typeface="+mj-cs"/>
              </a:rPr>
              <a:t>トピック内での位置付け</a:t>
            </a:r>
            <a:endParaRPr kumimoji="0" lang="en-US" altLang="ja-JP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Meiryo UI"/>
              <a:cs typeface="+mj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2BE669C-1D90-41DE-B507-E29FAB46F480}"/>
              </a:ext>
            </a:extLst>
          </p:cNvPr>
          <p:cNvSpPr/>
          <p:nvPr userDrawn="1"/>
        </p:nvSpPr>
        <p:spPr>
          <a:xfrm>
            <a:off x="301945" y="6515101"/>
            <a:ext cx="2938673" cy="306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33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EB69028-3F9A-4A6E-B25F-F5A4355F12F8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DFC969B-6142-4027-B968-046FC57AC935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6" name="Rectangle 97">
            <a:extLst>
              <a:ext uri="{FF2B5EF4-FFF2-40B4-BE49-F238E27FC236}">
                <a16:creationId xmlns:a16="http://schemas.microsoft.com/office/drawing/2014/main" id="{2A4652C8-D275-4497-894C-137CEAE691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3787761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16E184-CE37-4814-BC96-668C39E8FEBA}"/>
              </a:ext>
            </a:extLst>
          </p:cNvPr>
          <p:cNvSpPr/>
          <p:nvPr userDrawn="1"/>
        </p:nvSpPr>
        <p:spPr>
          <a:xfrm>
            <a:off x="301945" y="6515101"/>
            <a:ext cx="2938673" cy="306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133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BF02FF8-8795-4134-BF30-DF455E1B5A9D}"/>
              </a:ext>
            </a:extLst>
          </p:cNvPr>
          <p:cNvGrpSpPr/>
          <p:nvPr userDrawn="1"/>
        </p:nvGrpSpPr>
        <p:grpSpPr>
          <a:xfrm>
            <a:off x="2387603" y="1343861"/>
            <a:ext cx="9802911" cy="5514139"/>
            <a:chOff x="2387599" y="1343862"/>
            <a:chExt cx="9802911" cy="5514138"/>
          </a:xfrm>
        </p:grpSpPr>
        <p:pic>
          <p:nvPicPr>
            <p:cNvPr id="15" name="Picture 21">
              <a:extLst>
                <a:ext uri="{FF2B5EF4-FFF2-40B4-BE49-F238E27FC236}">
                  <a16:creationId xmlns:a16="http://schemas.microsoft.com/office/drawing/2014/main" id="{C44AA670-6491-451D-8D2E-EB188A18AF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2387599" y="1343862"/>
              <a:ext cx="9802911" cy="5514138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8EB005B6-A94F-4691-99BD-E5F4828B3A75}"/>
                </a:ext>
              </a:extLst>
            </p:cNvPr>
            <p:cNvSpPr/>
            <p:nvPr userDrawn="1"/>
          </p:nvSpPr>
          <p:spPr>
            <a:xfrm>
              <a:off x="2387599" y="1343862"/>
              <a:ext cx="9802911" cy="5514138"/>
            </a:xfrm>
            <a:prstGeom prst="rect">
              <a:avLst/>
            </a:prstGeom>
            <a:gradFill flip="none" rotWithShape="1">
              <a:gsLst>
                <a:gs pos="91000">
                  <a:srgbClr val="FFFFFF"/>
                </a:gs>
                <a:gs pos="82000">
                  <a:srgbClr val="FFFFFF">
                    <a:alpha val="0"/>
                  </a:srgbClr>
                </a:gs>
                <a:gs pos="10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Meiryo UI"/>
                <a:cs typeface="+mn-cs"/>
              </a:endParaRPr>
            </a:p>
          </p:txBody>
        </p:sp>
      </p:grpSp>
      <p:sp>
        <p:nvSpPr>
          <p:cNvPr id="16" name="Title 10">
            <a:extLst>
              <a:ext uri="{FF2B5EF4-FFF2-40B4-BE49-F238E27FC236}">
                <a16:creationId xmlns:a16="http://schemas.microsoft.com/office/drawing/2014/main" id="{F0C365BE-86D0-4940-84E0-63C02B0B6D99}"/>
              </a:ext>
            </a:extLst>
          </p:cNvPr>
          <p:cNvSpPr txBox="1">
            <a:spLocks/>
          </p:cNvSpPr>
          <p:nvPr userDrawn="1"/>
        </p:nvSpPr>
        <p:spPr>
          <a:xfrm>
            <a:off x="381001" y="620590"/>
            <a:ext cx="2142121" cy="538610"/>
          </a:xfrm>
          <a:prstGeom prst="rect">
            <a:avLst/>
          </a:prstGeom>
        </p:spPr>
        <p:txBody>
          <a:bodyPr vert="horz" wrap="none" lIns="46800" tIns="45721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Summary</a:t>
            </a:r>
            <a:endParaRPr kumimoji="0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j-cs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B17FE1A-8CC2-40B7-8F3F-C8F07F0190C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001" y="1184400"/>
            <a:ext cx="11430000" cy="400110"/>
          </a:xfrm>
        </p:spPr>
        <p:txBody>
          <a:bodyPr wrap="square">
            <a:spAutoFit/>
          </a:bodyPr>
          <a:lstStyle>
            <a:lvl1pPr>
              <a:defRPr sz="2000" b="0"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 marL="514338" indent="-230182">
              <a:buFont typeface="Graphik" panose="020B0503030202060203" pitchFamily="34" charset="0"/>
              <a:buChar char="–"/>
              <a:defRPr>
                <a:latin typeface="+mj-ea"/>
                <a:ea typeface="+mj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977418C8-77F8-4CE6-AD3E-6D5C4D8B9E02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3802DC0-1612-46EF-829A-2275999198E7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Rectangle 97">
            <a:extLst>
              <a:ext uri="{FF2B5EF4-FFF2-40B4-BE49-F238E27FC236}">
                <a16:creationId xmlns:a16="http://schemas.microsoft.com/office/drawing/2014/main" id="{8DAA59E8-FF04-47A8-B56E-11CAA91DF7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9ED81C1-F9D4-4D44-8C9B-DF3F6043E0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4401" y="1900560"/>
            <a:ext cx="8270875" cy="4603433"/>
          </a:xfrm>
        </p:spPr>
        <p:txBody>
          <a:bodyPr>
            <a:normAutofit/>
          </a:bodyPr>
          <a:lstStyle>
            <a:lvl1pPr marL="398462" indent="-342899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1pPr>
            <a:lvl2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2pPr>
            <a:lvl3pPr marL="514338" indent="-230182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3pPr>
            <a:lvl4pPr marL="685784" indent="-17144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4pPr>
            <a:lvl5pPr marL="857229" indent="-17779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en-US" altLang="ja-JP" err="1"/>
              <a:t>xxxxxxxxxxxxxxx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43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>
            <a:extLst>
              <a:ext uri="{FF2B5EF4-FFF2-40B4-BE49-F238E27FC236}">
                <a16:creationId xmlns:a16="http://schemas.microsoft.com/office/drawing/2014/main" id="{2A922249-32EA-4878-8377-943AB4AD3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20657" y="2794005"/>
            <a:ext cx="2475889" cy="3713115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66AC335-62AF-42E9-983A-739A8D8C01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568800"/>
            <a:ext cx="2450607" cy="590400"/>
          </a:xfrm>
        </p:spPr>
        <p:txBody>
          <a:bodyPr wrap="none" bIns="0">
            <a:spAutoFit/>
          </a:bodyPr>
          <a:lstStyle>
            <a:lvl1pPr>
              <a:defRPr/>
            </a:lvl1pPr>
          </a:lstStyle>
          <a:p>
            <a:r>
              <a:rPr lang="en-US" altLang="ja-JP" sz="3200" cap="none">
                <a:latin typeface="+mj-ea"/>
              </a:rPr>
              <a:t>【</a:t>
            </a:r>
            <a:r>
              <a:rPr lang="en-US" altLang="ja-JP" sz="3200" cap="none"/>
              <a:t>Appendix】</a:t>
            </a:r>
            <a:endParaRPr kumimoji="1" lang="ja-JP" altLang="en-US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F93B33C-7900-4F93-A70B-51586483A0F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600" y="1185601"/>
            <a:ext cx="11429999" cy="5326972"/>
          </a:xfrm>
        </p:spPr>
        <p:txBody>
          <a:bodyPr>
            <a:noAutofit/>
          </a:bodyPr>
          <a:lstStyle>
            <a:lvl1pPr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600">
                <a:latin typeface="+mn-ea"/>
                <a:ea typeface="+mn-ea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+mn-ea"/>
                <a:ea typeface="+mn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01339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0">
            <a:extLst>
              <a:ext uri="{FF2B5EF4-FFF2-40B4-BE49-F238E27FC236}">
                <a16:creationId xmlns:a16="http://schemas.microsoft.com/office/drawing/2014/main" id="{27E2D71F-2443-4E1A-8D47-B1F7C2A59357}"/>
              </a:ext>
            </a:extLst>
          </p:cNvPr>
          <p:cNvSpPr txBox="1">
            <a:spLocks/>
          </p:cNvSpPr>
          <p:nvPr userDrawn="1"/>
        </p:nvSpPr>
        <p:spPr>
          <a:xfrm>
            <a:off x="381600" y="568800"/>
            <a:ext cx="2051844" cy="590400"/>
          </a:xfrm>
          <a:prstGeom prst="rect">
            <a:avLst/>
          </a:prstGeom>
        </p:spPr>
        <p:txBody>
          <a:bodyPr vert="horz" wrap="none" lIns="0" tIns="45721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【</a:t>
            </a: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変更履歴</a:t>
            </a: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】</a:t>
            </a:r>
            <a:endParaRPr kumimoji="0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j-cs"/>
            </a:endParaRPr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5BD4574C-2D59-45D0-801C-37ACB4E4F3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520" y="2570485"/>
            <a:ext cx="7559040" cy="1036321"/>
          </a:xfrm>
        </p:spPr>
        <p:txBody>
          <a:bodyPr>
            <a:noAutofit/>
          </a:bodyPr>
          <a:lstStyle>
            <a:lvl1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1pPr>
            <a:lvl2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2pPr>
            <a:lvl3pPr marL="514338" indent="-230182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3pPr>
            <a:lvl4pPr marL="685784" indent="-17144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4pPr>
            <a:lvl5pPr marL="857229" indent="-17779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615A2D-E2FA-4728-861F-34BAB56754AB}"/>
              </a:ext>
            </a:extLst>
          </p:cNvPr>
          <p:cNvSpPr txBox="1"/>
          <p:nvPr userDrawn="1"/>
        </p:nvSpPr>
        <p:spPr>
          <a:xfrm>
            <a:off x="381600" y="1183902"/>
            <a:ext cx="7960361" cy="353943"/>
          </a:xfrm>
          <a:prstGeom prst="rect">
            <a:avLst/>
          </a:prstGeom>
          <a:noFill/>
        </p:spPr>
        <p:txBody>
          <a:bodyPr wrap="square" lIns="46800" tIns="0" rIns="0" bIns="90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Meiryo UI"/>
                <a:cs typeface="+mn-cs"/>
              </a:rPr>
              <a:t>変更履歴は下記を参照してください。</a:t>
            </a:r>
            <a:endParaRPr kumimoji="1" lang="en-US" altLang="ja-JP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13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Style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9D4D7-B858-4FC2-A33D-F1A033BB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6800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2E8CF53-616B-4EC4-AEF0-5E7F4BFB75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163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6D979BC-603A-46C3-932C-5DEAF6083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9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915D94E-14F5-4BAE-B28F-09457D627599}"/>
              </a:ext>
            </a:extLst>
          </p:cNvPr>
          <p:cNvSpPr txBox="1">
            <a:spLocks/>
          </p:cNvSpPr>
          <p:nvPr userDrawn="1"/>
        </p:nvSpPr>
        <p:spPr>
          <a:xfrm>
            <a:off x="381600" y="393709"/>
            <a:ext cx="2027281" cy="553998"/>
          </a:xfrm>
          <a:prstGeom prst="rect">
            <a:avLst/>
          </a:prstGeom>
        </p:spPr>
        <p:txBody>
          <a:bodyPr wrap="none" lIns="46800" rIns="0">
            <a:spAutoFit/>
          </a:bodyPr>
          <a:lstStyle>
            <a:lvl1pPr marL="0" marR="0" lvl="0" indent="0" algn="l" defTabSz="914400" rtl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4000" b="0" i="0" u="none" strike="noStrike" kern="1200" cap="all" spc="0" baseline="0">
                <a:solidFill>
                  <a:srgbClr val="000000"/>
                </a:solidFill>
                <a:uFillTx/>
                <a:latin typeface="Arial Black" pitchFamily="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Meiryo UI"/>
                <a:cs typeface="+mn-cs"/>
              </a:rPr>
              <a:t>Agenda</a:t>
            </a:r>
          </a:p>
        </p:txBody>
      </p:sp>
      <p:sp>
        <p:nvSpPr>
          <p:cNvPr id="16" name="コンテンツ プレースホルダー 15">
            <a:extLst>
              <a:ext uri="{FF2B5EF4-FFF2-40B4-BE49-F238E27FC236}">
                <a16:creationId xmlns:a16="http://schemas.microsoft.com/office/drawing/2014/main" id="{565D6294-703A-4D9C-B745-9BFE14FDA11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81600" y="1167236"/>
            <a:ext cx="10638560" cy="5364000"/>
          </a:xfrm>
        </p:spPr>
        <p:txBody>
          <a:bodyPr lIns="46800" rIns="46800" bIns="90000" numCol="2">
            <a:normAutofit/>
          </a:bodyPr>
          <a:lstStyle>
            <a:lvl1pPr marL="514350" indent="-514350">
              <a:lnSpc>
                <a:spcPct val="100000"/>
              </a:lnSpc>
              <a:spcBef>
                <a:spcPts val="1001"/>
              </a:spcBef>
              <a:buFont typeface="+mj-lt"/>
              <a:buAutoNum type="arabicPeriod"/>
              <a:defRPr sz="2800" b="1">
                <a:latin typeface="+mn-ea"/>
                <a:ea typeface="+mn-ea"/>
              </a:defRPr>
            </a:lvl1pPr>
            <a:lvl2pPr marL="914400" indent="-457199">
              <a:lnSpc>
                <a:spcPct val="100000"/>
              </a:lnSpc>
              <a:spcBef>
                <a:spcPts val="601"/>
              </a:spcBef>
              <a:buFont typeface="+mj-lt"/>
              <a:buAutoNum type="alphaLcPeriod"/>
              <a:defRPr sz="2200" b="1">
                <a:latin typeface="+mn-ea"/>
                <a:ea typeface="+mn-ea"/>
              </a:defRPr>
            </a:lvl2pPr>
            <a:lvl3pPr marL="1371600" indent="-457199">
              <a:lnSpc>
                <a:spcPct val="100000"/>
              </a:lnSpc>
              <a:buFont typeface="+mj-lt"/>
              <a:buAutoNum type="alphaLcPeriod"/>
              <a:defRPr>
                <a:latin typeface="+mn-ea"/>
                <a:ea typeface="+mn-ea"/>
              </a:defRPr>
            </a:lvl3pPr>
            <a:lvl4pPr marL="1714500" indent="-342899">
              <a:buFont typeface="+mj-lt"/>
              <a:buAutoNum type="arabicPeriod"/>
              <a:defRPr>
                <a:latin typeface="+mn-ea"/>
                <a:ea typeface="+mn-ea"/>
              </a:defRPr>
            </a:lvl4pPr>
            <a:lvl5pPr marL="2171700" indent="-342899">
              <a:buFont typeface="+mj-lt"/>
              <a:buAutoNum type="arabicPeriod"/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第１レベル</a:t>
            </a:r>
            <a:endParaRPr kumimoji="1" lang="en-US" altLang="ja-JP"/>
          </a:p>
          <a:p>
            <a:pPr lvl="1"/>
            <a:r>
              <a:rPr kumimoji="1" lang="ja-JP" altLang="en-US"/>
              <a:t>第</a:t>
            </a:r>
            <a:r>
              <a:rPr kumimoji="1" lang="en-US" altLang="ja-JP"/>
              <a:t>2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0B7F05-92CF-41C7-98EC-8667EA1ECE2A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D10CC047-6E58-487B-B71D-74F5F0DF1225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2" name="Rectangle 97">
            <a:extLst>
              <a:ext uri="{FF2B5EF4-FFF2-40B4-BE49-F238E27FC236}">
                <a16:creationId xmlns:a16="http://schemas.microsoft.com/office/drawing/2014/main" id="{40461B36-4A66-47AA-9817-18EE962C17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1133889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microphone">
            <a:extLst>
              <a:ext uri="{FF2B5EF4-FFF2-40B4-BE49-F238E27FC236}">
                <a16:creationId xmlns:a16="http://schemas.microsoft.com/office/drawing/2014/main" id="{21AEF0E8-502B-4AE2-8E39-AEB641996DA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041"/>
          <a:stretch/>
        </p:blipFill>
        <p:spPr bwMode="auto">
          <a:xfrm>
            <a:off x="5" y="3025300"/>
            <a:ext cx="7552607" cy="348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Content Placeholder 5">
            <a:extLst>
              <a:ext uri="{FF2B5EF4-FFF2-40B4-BE49-F238E27FC236}">
                <a16:creationId xmlns:a16="http://schemas.microsoft.com/office/drawing/2014/main" id="{E12BFF32-D8EC-43A3-BC92-744019B520C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81600" y="1175561"/>
            <a:ext cx="11412000" cy="382733"/>
          </a:xfrm>
        </p:spPr>
        <p:txBody>
          <a:bodyPr wrap="square" rIns="46800" bIns="46800">
            <a:noAutofit/>
          </a:bodyPr>
          <a:lstStyle>
            <a:lvl1pPr>
              <a:defRPr sz="1867"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 marL="514338" indent="-230182">
              <a:buFont typeface="Graphik" panose="020B0503030202060203" pitchFamily="34" charset="0"/>
              <a:buChar char="–"/>
              <a:defRPr>
                <a:latin typeface="+mj-ea"/>
                <a:ea typeface="+mj-ea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itle 10">
            <a:extLst>
              <a:ext uri="{FF2B5EF4-FFF2-40B4-BE49-F238E27FC236}">
                <a16:creationId xmlns:a16="http://schemas.microsoft.com/office/drawing/2014/main" id="{E1F190FA-35D8-47A0-B21A-A4E3813AB01D}"/>
              </a:ext>
            </a:extLst>
          </p:cNvPr>
          <p:cNvSpPr txBox="1">
            <a:spLocks/>
          </p:cNvSpPr>
          <p:nvPr userDrawn="1"/>
        </p:nvSpPr>
        <p:spPr>
          <a:xfrm>
            <a:off x="381600" y="620590"/>
            <a:ext cx="2208421" cy="538610"/>
          </a:xfrm>
          <a:prstGeom prst="rect">
            <a:avLst/>
          </a:prstGeom>
        </p:spPr>
        <p:txBody>
          <a:bodyPr vert="horz" wrap="none" lIns="46800" tIns="45721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Question?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AF87027-45E6-4CE7-A505-9200C79CFD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58753" y="2900385"/>
            <a:ext cx="3552191" cy="17698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7620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AU" altLang="ja-JP" sz="11501" b="1" i="0" u="none" strike="noStrike" kern="1200" cap="none" spc="0" normalizeH="0" baseline="0" noProof="0">
                <a:ln>
                  <a:noFill/>
                </a:ln>
                <a:solidFill>
                  <a:srgbClr val="00D7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64936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Composi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4B2CF225-A422-48CA-B11C-2E3308608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1206517"/>
            <a:ext cx="12191999" cy="5651483"/>
          </a:xfrm>
          <a:prstGeom prst="rect">
            <a:avLst/>
          </a:prstGeom>
        </p:spPr>
      </p:pic>
      <p:sp>
        <p:nvSpPr>
          <p:cNvPr id="9" name="TextBox 48">
            <a:extLst>
              <a:ext uri="{FF2B5EF4-FFF2-40B4-BE49-F238E27FC236}">
                <a16:creationId xmlns:a16="http://schemas.microsoft.com/office/drawing/2014/main" id="{8577CA1A-4382-4333-A531-F8A7617D5204}"/>
              </a:ext>
            </a:extLst>
          </p:cNvPr>
          <p:cNvSpPr txBox="1"/>
          <p:nvPr/>
        </p:nvSpPr>
        <p:spPr>
          <a:xfrm>
            <a:off x="866553" y="2689877"/>
            <a:ext cx="3380939" cy="647851"/>
          </a:xfrm>
          <a:prstGeom prst="homePlate">
            <a:avLst>
              <a:gd name="adj" fmla="val 26481"/>
            </a:avLst>
          </a:prstGeom>
          <a:solidFill>
            <a:srgbClr val="CDFFCD"/>
          </a:solidFill>
          <a:ln>
            <a:solidFill>
              <a:srgbClr val="00D7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7975" tIns="45707" rIns="107975" bIns="45707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 marL="0" marR="0" lvl="0" indent="0" algn="ctr" defTabSz="91277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67" b="1" i="0" u="none" strike="noStrike" kern="1200" cap="all" spc="0" normalizeH="0" baseline="0" noProof="0">
                <a:ln>
                  <a:noFill/>
                </a:ln>
                <a:solidFill>
                  <a:srgbClr val="00D700"/>
                </a:solidFill>
                <a:effectLst/>
                <a:uLnTx/>
                <a:uFillTx/>
                <a:latin typeface="Meiryo UI"/>
                <a:ea typeface="Meiryo UI"/>
              </a:rPr>
              <a:t>入社時</a:t>
            </a:r>
            <a:endParaRPr kumimoji="0" lang="en-AU" sz="1867" b="1" i="0" u="none" strike="noStrike" kern="1200" cap="all" spc="0" normalizeH="0" baseline="0" noProof="0">
              <a:ln>
                <a:noFill/>
              </a:ln>
              <a:solidFill>
                <a:srgbClr val="00D700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10" name="TextBox 49">
            <a:extLst>
              <a:ext uri="{FF2B5EF4-FFF2-40B4-BE49-F238E27FC236}">
                <a16:creationId xmlns:a16="http://schemas.microsoft.com/office/drawing/2014/main" id="{EE2A82A9-3D0F-48E0-8634-963B26554277}"/>
              </a:ext>
            </a:extLst>
          </p:cNvPr>
          <p:cNvSpPr txBox="1"/>
          <p:nvPr/>
        </p:nvSpPr>
        <p:spPr>
          <a:xfrm>
            <a:off x="4247493" y="2042027"/>
            <a:ext cx="3459297" cy="647851"/>
          </a:xfrm>
          <a:prstGeom prst="chevron">
            <a:avLst>
              <a:gd name="adj" fmla="val 26481"/>
            </a:avLst>
          </a:prstGeom>
          <a:solidFill>
            <a:srgbClr val="00D7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45707" rIns="71983" bIns="45707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 marL="0" marR="0" lvl="0" indent="0" algn="ctr" defTabSz="91277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67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</a:rPr>
              <a:t>トレーニング終了時</a:t>
            </a:r>
            <a:endParaRPr kumimoji="0" lang="en-AU" sz="1867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12" name="TextBox 50">
            <a:extLst>
              <a:ext uri="{FF2B5EF4-FFF2-40B4-BE49-F238E27FC236}">
                <a16:creationId xmlns:a16="http://schemas.microsoft.com/office/drawing/2014/main" id="{29541E5E-1A80-4356-A4F0-B5599D87FFCB}"/>
              </a:ext>
            </a:extLst>
          </p:cNvPr>
          <p:cNvSpPr txBox="1"/>
          <p:nvPr/>
        </p:nvSpPr>
        <p:spPr>
          <a:xfrm>
            <a:off x="7706789" y="1384023"/>
            <a:ext cx="3459297" cy="647851"/>
          </a:xfrm>
          <a:prstGeom prst="chevron">
            <a:avLst>
              <a:gd name="adj" fmla="val 26481"/>
            </a:avLst>
          </a:prstGeom>
          <a:solidFill>
            <a:srgbClr val="CDFFCD"/>
          </a:solidFill>
          <a:ln>
            <a:solidFill>
              <a:srgbClr val="00D7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1983" tIns="45707" rIns="71983" bIns="45707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 marL="0" marR="0" lvl="0" indent="0" algn="ctr" defTabSz="91277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67" b="1" i="0" u="none" strike="noStrike" kern="1200" cap="all" spc="0" normalizeH="0" baseline="0" noProof="0">
                <a:ln>
                  <a:noFill/>
                </a:ln>
                <a:solidFill>
                  <a:srgbClr val="00D700"/>
                </a:solidFill>
                <a:effectLst/>
                <a:uLnTx/>
                <a:uFillTx/>
                <a:latin typeface="Meiryo UI"/>
                <a:ea typeface="Meiryo UI"/>
              </a:rPr>
              <a:t>入社</a:t>
            </a:r>
            <a:r>
              <a:rPr kumimoji="0" lang="en-US" altLang="ja-JP" sz="1867" b="1" i="0" u="none" strike="noStrike" kern="1200" cap="all" spc="0" normalizeH="0" baseline="0" noProof="0">
                <a:ln>
                  <a:noFill/>
                </a:ln>
                <a:solidFill>
                  <a:srgbClr val="00D700"/>
                </a:solidFill>
                <a:effectLst/>
                <a:uLnTx/>
                <a:uFillTx/>
                <a:latin typeface="Meiryo UI"/>
                <a:ea typeface="Meiryo UI"/>
              </a:rPr>
              <a:t>1</a:t>
            </a:r>
            <a:r>
              <a:rPr kumimoji="0" lang="ja-JP" altLang="en-US" sz="1867" b="1" i="0" u="none" strike="noStrike" kern="1200" cap="all" spc="0" normalizeH="0" baseline="0" noProof="0">
                <a:ln>
                  <a:noFill/>
                </a:ln>
                <a:solidFill>
                  <a:srgbClr val="00D700"/>
                </a:solidFill>
                <a:effectLst/>
                <a:uLnTx/>
                <a:uFillTx/>
                <a:latin typeface="Meiryo UI"/>
                <a:ea typeface="Meiryo UI"/>
              </a:rPr>
              <a:t>年後</a:t>
            </a:r>
            <a:endParaRPr kumimoji="0" lang="en-AU" sz="1867" b="1" i="0" u="none" strike="noStrike" kern="1200" cap="all" spc="0" normalizeH="0" baseline="0" noProof="0">
              <a:ln>
                <a:noFill/>
              </a:ln>
              <a:solidFill>
                <a:srgbClr val="00D700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8" name="テキスト プレースホルダー 27">
            <a:extLst>
              <a:ext uri="{FF2B5EF4-FFF2-40B4-BE49-F238E27FC236}">
                <a16:creationId xmlns:a16="http://schemas.microsoft.com/office/drawing/2014/main" id="{B8541960-90BB-4C03-BC6E-B650DBE135A6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045020" y="3400922"/>
            <a:ext cx="3024000" cy="2229908"/>
          </a:xfrm>
        </p:spPr>
        <p:txBody>
          <a:bodyPr>
            <a:noAutofit/>
          </a:bodyPr>
          <a:lstStyle>
            <a:lvl1pPr marL="512761" indent="-457199">
              <a:buFont typeface="Arial" panose="020B0604020202020204" pitchFamily="34" charset="0"/>
              <a:buChar char="•"/>
              <a:defRPr sz="1600">
                <a:latin typeface="+mj-ea"/>
                <a:ea typeface="+mj-ea"/>
              </a:defRPr>
            </a:lvl1pPr>
            <a:lvl2pPr marL="361950" indent="-306388">
              <a:buClr>
                <a:srgbClr val="00D700"/>
              </a:buClr>
              <a:buFont typeface="Wingdings" panose="05000000000000000000" pitchFamily="2" charset="2"/>
              <a:buChar char="u"/>
              <a:defRPr sz="1600">
                <a:latin typeface="+mj-ea"/>
                <a:ea typeface="+mj-ea"/>
              </a:defRPr>
            </a:lvl2pPr>
            <a:lvl3pPr>
              <a:defRPr sz="16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 marL="857229" indent="-177796">
              <a:buClr>
                <a:srgbClr val="00D700"/>
              </a:buClr>
              <a:buFont typeface="Wingdings" panose="05000000000000000000" pitchFamily="2" charset="2"/>
              <a:buChar char="u"/>
              <a:defRPr sz="1600">
                <a:latin typeface="+mj-ea"/>
                <a:ea typeface="+mj-ea"/>
              </a:defRPr>
            </a:lvl5pPr>
          </a:lstStyle>
          <a:p>
            <a:pPr lvl="1"/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Maximum lines of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text to the bottom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of this textbox</a:t>
            </a:r>
          </a:p>
          <a:p>
            <a:pPr lvl="1"/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Maximum lines of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text to the bottom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of this textbox</a:t>
            </a:r>
            <a:endParaRPr lang="en-US" altLang="ja-JP"/>
          </a:p>
          <a:p>
            <a:pPr lvl="4"/>
            <a:endParaRPr kumimoji="1" lang="ja-JP" altLang="en-US"/>
          </a:p>
        </p:txBody>
      </p:sp>
      <p:sp>
        <p:nvSpPr>
          <p:cNvPr id="29" name="テキスト プレースホルダー 27">
            <a:extLst>
              <a:ext uri="{FF2B5EF4-FFF2-40B4-BE49-F238E27FC236}">
                <a16:creationId xmlns:a16="http://schemas.microsoft.com/office/drawing/2014/main" id="{1BA019CF-A262-4B28-AB29-55176BDDEFDF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4465139" y="2741495"/>
            <a:ext cx="3024000" cy="2229908"/>
          </a:xfrm>
          <a:solidFill>
            <a:srgbClr val="CDFFCD">
              <a:alpha val="20000"/>
            </a:srgbClr>
          </a:solidFill>
        </p:spPr>
        <p:txBody>
          <a:bodyPr>
            <a:noAutofit/>
          </a:bodyPr>
          <a:lstStyle>
            <a:lvl1pPr marL="512761" indent="-457199">
              <a:buFont typeface="Arial" panose="020B0604020202020204" pitchFamily="34" charset="0"/>
              <a:buChar char="•"/>
              <a:defRPr sz="1600">
                <a:latin typeface="+mj-ea"/>
                <a:ea typeface="+mj-ea"/>
              </a:defRPr>
            </a:lvl1pPr>
            <a:lvl2pPr marL="361950" indent="-306388">
              <a:buClr>
                <a:srgbClr val="00D700"/>
              </a:buClr>
              <a:buFont typeface="Wingdings" panose="05000000000000000000" pitchFamily="2" charset="2"/>
              <a:buChar char="u"/>
              <a:defRPr sz="1600">
                <a:latin typeface="+mj-ea"/>
                <a:ea typeface="+mj-ea"/>
              </a:defRPr>
            </a:lvl2pPr>
            <a:lvl3pPr>
              <a:defRPr sz="16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 marL="857229" indent="-177796">
              <a:buClr>
                <a:srgbClr val="00D700"/>
              </a:buClr>
              <a:buFont typeface="Wingdings" panose="05000000000000000000" pitchFamily="2" charset="2"/>
              <a:buChar char="u"/>
              <a:defRPr sz="1600">
                <a:latin typeface="+mj-ea"/>
                <a:ea typeface="+mj-ea"/>
              </a:defRPr>
            </a:lvl5pPr>
          </a:lstStyle>
          <a:p>
            <a:pPr lvl="1"/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Maximum lines of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text to the bottom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of this textbox</a:t>
            </a:r>
          </a:p>
          <a:p>
            <a:pPr lvl="1"/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Maximum lines of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text to the bottom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of this textbox</a:t>
            </a:r>
            <a:endParaRPr lang="en-US" altLang="ja-JP"/>
          </a:p>
          <a:p>
            <a:pPr lvl="4"/>
            <a:endParaRPr kumimoji="1" lang="ja-JP" altLang="en-US"/>
          </a:p>
        </p:txBody>
      </p: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F4A4E85-07C7-44CD-9F98-4AD94C6F4F03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7924435" y="2083491"/>
            <a:ext cx="3024000" cy="2229908"/>
          </a:xfrm>
        </p:spPr>
        <p:txBody>
          <a:bodyPr>
            <a:noAutofit/>
          </a:bodyPr>
          <a:lstStyle>
            <a:lvl1pPr marL="512761" indent="-457199">
              <a:buFont typeface="Arial" panose="020B0604020202020204" pitchFamily="34" charset="0"/>
              <a:buChar char="•"/>
              <a:defRPr sz="1600">
                <a:latin typeface="+mj-ea"/>
                <a:ea typeface="+mj-ea"/>
              </a:defRPr>
            </a:lvl1pPr>
            <a:lvl2pPr marL="361950" indent="-306388">
              <a:buClr>
                <a:srgbClr val="00D700"/>
              </a:buClr>
              <a:buFont typeface="Wingdings" panose="05000000000000000000" pitchFamily="2" charset="2"/>
              <a:buChar char="u"/>
              <a:defRPr sz="1600">
                <a:latin typeface="+mj-ea"/>
                <a:ea typeface="+mj-ea"/>
              </a:defRPr>
            </a:lvl2pPr>
            <a:lvl3pPr>
              <a:defRPr sz="16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 marL="857229" indent="-177796">
              <a:buClr>
                <a:srgbClr val="00D700"/>
              </a:buClr>
              <a:buFont typeface="Wingdings" panose="05000000000000000000" pitchFamily="2" charset="2"/>
              <a:buChar char="u"/>
              <a:defRPr sz="1600">
                <a:latin typeface="+mj-ea"/>
                <a:ea typeface="+mj-ea"/>
              </a:defRPr>
            </a:lvl5pPr>
          </a:lstStyle>
          <a:p>
            <a:pPr lvl="1"/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Maximum lines of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text to the bottom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of this textbox</a:t>
            </a:r>
          </a:p>
          <a:p>
            <a:pPr lvl="1"/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Maximum lines of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text to the bottom </a:t>
            </a:r>
            <a:b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ja-JP" sz="16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of this textbox</a:t>
            </a:r>
            <a:endParaRPr lang="en-US" altLang="ja-JP"/>
          </a:p>
          <a:p>
            <a:pPr lvl="4"/>
            <a:endParaRPr kumimoji="1" lang="ja-JP" altLang="en-US"/>
          </a:p>
        </p:txBody>
      </p:sp>
      <p:sp>
        <p:nvSpPr>
          <p:cNvPr id="34" name="Title 10">
            <a:extLst>
              <a:ext uri="{FF2B5EF4-FFF2-40B4-BE49-F238E27FC236}">
                <a16:creationId xmlns:a16="http://schemas.microsoft.com/office/drawing/2014/main" id="{B6BA5C3C-C80D-4F63-ABEA-908C6F174537}"/>
              </a:ext>
            </a:extLst>
          </p:cNvPr>
          <p:cNvSpPr txBox="1">
            <a:spLocks/>
          </p:cNvSpPr>
          <p:nvPr userDrawn="1"/>
        </p:nvSpPr>
        <p:spPr>
          <a:xfrm>
            <a:off x="381600" y="390038"/>
            <a:ext cx="1406727" cy="246221"/>
          </a:xfrm>
          <a:prstGeom prst="rect">
            <a:avLst/>
          </a:prstGeom>
        </p:spPr>
        <p:txBody>
          <a:bodyPr vert="horz" wrap="none" lIns="46800" tIns="0" rIns="0" bIns="0" rtlCol="0" anchor="b" anchorCtr="0">
            <a:sp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Introduction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9BB1E423-0C67-4A83-A1E7-374CFAB1E260}"/>
              </a:ext>
            </a:extLst>
          </p:cNvPr>
          <p:cNvSpPr txBox="1">
            <a:spLocks/>
          </p:cNvSpPr>
          <p:nvPr userDrawn="1"/>
        </p:nvSpPr>
        <p:spPr>
          <a:xfrm>
            <a:off x="381600" y="568800"/>
            <a:ext cx="5715001" cy="590400"/>
          </a:xfrm>
          <a:prstGeom prst="rect">
            <a:avLst/>
          </a:prstGeom>
        </p:spPr>
        <p:txBody>
          <a:bodyPr vert="horz" wrap="none" lIns="46800" tIns="45721" rIns="0" bIns="0" rtlCol="0" anchor="b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期待されるスキル達成レベル</a:t>
            </a:r>
            <a:endParaRPr kumimoji="0" lang="en-US" altLang="ja-JP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j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E6B52F-0712-4AE8-B5E0-BD6D3BA0EA50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3ED701C0-DA3F-49D9-97FE-2AD84357BCEA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7" name="Rectangle 97">
            <a:extLst>
              <a:ext uri="{FF2B5EF4-FFF2-40B4-BE49-F238E27FC236}">
                <a16:creationId xmlns:a16="http://schemas.microsoft.com/office/drawing/2014/main" id="{25CF1DC1-5612-49FA-881E-259D7C7958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3166380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91" userDrawn="1">
          <p15:clr>
            <a:srgbClr val="FBAE40"/>
          </p15:clr>
        </p15:guide>
        <p15:guide id="2" pos="48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Style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9D4D7-B858-4FC2-A33D-F1A033BB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6800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2E8CF53-616B-4EC4-AEF0-5E7F4BFB75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598" y="300310"/>
            <a:ext cx="4608000" cy="261610"/>
          </a:xfrm>
        </p:spPr>
        <p:txBody>
          <a:bodyPr wrap="none" lIns="0" tIns="0" rIns="0" bIns="0">
            <a:spAutoFit/>
          </a:bodyPr>
          <a:lstStyle>
            <a:lvl1pPr>
              <a:defRPr sz="2000"/>
            </a:lvl1pPr>
          </a:lstStyle>
          <a:p>
            <a:pPr lvl="0"/>
            <a:r>
              <a:rPr kumimoji="1" lang="en-US" altLang="ja-JP"/>
              <a:t>01.Chapter 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584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: Black R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>
            <a:extLst>
              <a:ext uri="{FF2B5EF4-FFF2-40B4-BE49-F238E27FC236}">
                <a16:creationId xmlns:a16="http://schemas.microsoft.com/office/drawing/2014/main" id="{9E42AF58-F218-44E1-9175-BDBFA7296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609600" y="-342900"/>
            <a:ext cx="13411200" cy="754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2187020"/>
            <a:ext cx="7263374" cy="2448232"/>
          </a:xfr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1200"/>
              </a:spcAft>
              <a:defRPr sz="4800" cap="none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コース名</a:t>
            </a:r>
            <a:br>
              <a:rPr lang="en-US" altLang="ja-JP"/>
            </a:br>
            <a:r>
              <a:rPr lang="ja-JP" altLang="en-US"/>
              <a:t>講義名 </a:t>
            </a:r>
            <a:r>
              <a:rPr lang="en-US" altLang="ja-JP"/>
              <a:t>48PT</a:t>
            </a:r>
            <a:endParaRPr lang="en-US"/>
          </a:p>
        </p:txBody>
      </p:sp>
      <p:pic>
        <p:nvPicPr>
          <p:cNvPr id="11" name="図 10" descr="図形, 矢印&#10;&#10;自動的に生成された説明">
            <a:extLst>
              <a:ext uri="{FF2B5EF4-FFF2-40B4-BE49-F238E27FC236}">
                <a16:creationId xmlns:a16="http://schemas.microsoft.com/office/drawing/2014/main" id="{F497B314-8453-4B35-908A-D0A4AE1870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4375" y="1125132"/>
            <a:ext cx="4166624" cy="4572009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8C7710-5C2C-49A1-B8EC-79E09AC1BFA1}"/>
              </a:ext>
            </a:extLst>
          </p:cNvPr>
          <p:cNvSpPr txBox="1"/>
          <p:nvPr/>
        </p:nvSpPr>
        <p:spPr>
          <a:xfrm>
            <a:off x="9036621" y="5884056"/>
            <a:ext cx="2774378" cy="47705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800" b="1" cap="none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Training</a:t>
            </a:r>
            <a:r>
              <a:rPr lang="ja-JP" altLang="en-US" sz="2800" b="1" cap="none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2800" b="1" cap="none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CoE</a:t>
            </a:r>
            <a:endParaRPr lang="en-US" altLang="ja-JP" sz="2800" b="1" cap="none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B2E812-9992-412C-A7C4-574CA23E681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611031"/>
            <a:ext cx="6362015" cy="438150"/>
          </a:xfrm>
          <a:prstGeom prst="rect">
            <a:avLst/>
          </a:prstGeom>
        </p:spPr>
        <p:txBody>
          <a:bodyPr lIns="0"/>
          <a:lstStyle>
            <a:lvl1pPr>
              <a:defRPr sz="4000" cap="none"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トレーニング名 </a:t>
            </a:r>
            <a:r>
              <a:rPr kumimoji="1" lang="en-US" altLang="ja-JP"/>
              <a:t>40PT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889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: White Centere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0B6B1FFC-EC54-4C45-8099-482A0E703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60" y="-12074"/>
            <a:ext cx="12240000" cy="6886396"/>
          </a:xfrm>
          <a:prstGeom prst="rect">
            <a:avLst/>
          </a:prstGeom>
        </p:spPr>
      </p:pic>
      <p:pic>
        <p:nvPicPr>
          <p:cNvPr id="12" name="図 11" descr="背景パターン&#10;&#10;自動的に生成された説明">
            <a:extLst>
              <a:ext uri="{FF2B5EF4-FFF2-40B4-BE49-F238E27FC236}">
                <a16:creationId xmlns:a16="http://schemas.microsoft.com/office/drawing/2014/main" id="{F194CC2E-10C6-4A28-B4A3-B765B5D708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3907" y="189654"/>
            <a:ext cx="603047" cy="66172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43A8054-B98F-4242-A8B1-47F382636A81}"/>
              </a:ext>
            </a:extLst>
          </p:cNvPr>
          <p:cNvSpPr txBox="1"/>
          <p:nvPr/>
        </p:nvSpPr>
        <p:spPr>
          <a:xfrm>
            <a:off x="381001" y="5884056"/>
            <a:ext cx="2774378" cy="47705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800" b="1" cap="none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Training</a:t>
            </a:r>
            <a:r>
              <a:rPr lang="ja-JP" altLang="en-US" sz="2800" b="1" cap="none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2800" b="1" cap="none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CoE</a:t>
            </a:r>
            <a:endParaRPr lang="en-US" altLang="ja-JP" sz="2800" b="1" cap="none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99ADC9A-2598-43B1-BD68-BC7230F0DA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2187020"/>
            <a:ext cx="7263374" cy="2448232"/>
          </a:xfr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1200"/>
              </a:spcAft>
              <a:defRPr sz="4800" cap="none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コース名</a:t>
            </a:r>
            <a:br>
              <a:rPr lang="en-US" altLang="ja-JP"/>
            </a:br>
            <a:r>
              <a:rPr lang="ja-JP" altLang="en-US"/>
              <a:t>講義名 </a:t>
            </a:r>
            <a:r>
              <a:rPr lang="en-US" altLang="ja-JP"/>
              <a:t>48PT</a:t>
            </a:r>
            <a:endParaRPr lang="en-US"/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7E2B4559-4B10-46BC-A2E7-B317821325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611031"/>
            <a:ext cx="6362015" cy="438150"/>
          </a:xfrm>
          <a:prstGeom prst="rect">
            <a:avLst/>
          </a:prstGeom>
        </p:spPr>
        <p:txBody>
          <a:bodyPr lIns="0"/>
          <a:lstStyle>
            <a:lvl1pPr>
              <a:defRPr sz="4000" cap="none" baseline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トレーニング名 </a:t>
            </a:r>
            <a:r>
              <a:rPr kumimoji="1" lang="en-US" altLang="ja-JP"/>
              <a:t>40PT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556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cal Trai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7584904-E856-4CC0-A3CC-F0B99A8BE5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965"/>
          <a:stretch/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6BCB9D2-8D6D-457E-985E-D5DA2A5679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2454044"/>
            <a:ext cx="3902058" cy="404835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6929249-79B6-4D5B-9FA8-3E41609127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84990" y="388867"/>
            <a:ext cx="3229889" cy="580244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510B736-F6C0-4954-BDE6-AFF2DFFB001E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3" name="Rectangle 97">
            <a:extLst>
              <a:ext uri="{FF2B5EF4-FFF2-40B4-BE49-F238E27FC236}">
                <a16:creationId xmlns:a16="http://schemas.microsoft.com/office/drawing/2014/main" id="{68901961-9A62-4FE0-AE16-A36F67A6DB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D2C820E8-C412-42C4-83CC-D7A961930E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2166" y="4167435"/>
            <a:ext cx="2378857" cy="1682853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Aft>
                <a:spcPts val="601"/>
              </a:spcAft>
              <a:defRPr sz="5400" cap="none" baseline="0">
                <a:solidFill>
                  <a:schemeClr val="bg1"/>
                </a:solidFill>
              </a:defRPr>
            </a:lvl1pPr>
            <a:lvl2pPr>
              <a:defRPr sz="5400">
                <a:solidFill>
                  <a:schemeClr val="bg1"/>
                </a:solidFill>
              </a:defRPr>
            </a:lvl2pPr>
            <a:lvl3pPr>
              <a:defRPr sz="5400">
                <a:solidFill>
                  <a:schemeClr val="bg1"/>
                </a:solidFill>
              </a:defRPr>
            </a:lvl3pPr>
            <a:lvl4pPr>
              <a:defRPr sz="5400">
                <a:solidFill>
                  <a:schemeClr val="bg1"/>
                </a:solidFill>
              </a:defRPr>
            </a:lvl4pPr>
            <a:lvl5pPr>
              <a:defRPr sz="5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コース名</a:t>
            </a:r>
            <a:endParaRPr kumimoji="1" lang="en-US" altLang="ja-JP"/>
          </a:p>
          <a:p>
            <a:pPr lvl="0"/>
            <a:r>
              <a:rPr kumimoji="1" lang="ja-JP" altLang="en-US"/>
              <a:t>講義名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8B441FD6-5EC0-4E1A-9C53-126C71BA9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2166" y="6039762"/>
            <a:ext cx="1492012" cy="41857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spcAft>
                <a:spcPts val="601"/>
              </a:spcAft>
              <a:defRPr sz="3200" cap="none" baseline="0">
                <a:solidFill>
                  <a:schemeClr val="bg1"/>
                </a:solidFill>
              </a:defRPr>
            </a:lvl1pPr>
            <a:lvl2pPr>
              <a:defRPr sz="5400">
                <a:solidFill>
                  <a:schemeClr val="bg1"/>
                </a:solidFill>
              </a:defRPr>
            </a:lvl2pPr>
            <a:lvl3pPr>
              <a:defRPr sz="5400">
                <a:solidFill>
                  <a:schemeClr val="bg1"/>
                </a:solidFill>
              </a:defRPr>
            </a:lvl3pPr>
            <a:lvl4pPr>
              <a:defRPr sz="5400">
                <a:solidFill>
                  <a:schemeClr val="bg1"/>
                </a:solidFill>
              </a:defRPr>
            </a:lvl4pPr>
            <a:lvl5pPr>
              <a:defRPr sz="5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Author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965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A725CB8-9BFC-4708-A91B-79FE3D3D2BFA}"/>
              </a:ext>
            </a:extLst>
          </p:cNvPr>
          <p:cNvGrpSpPr/>
          <p:nvPr/>
        </p:nvGrpSpPr>
        <p:grpSpPr>
          <a:xfrm>
            <a:off x="4991100" y="1485900"/>
            <a:ext cx="7200900" cy="5372100"/>
            <a:chOff x="5201160" y="1230128"/>
            <a:chExt cx="6987600" cy="56376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DE7A0F2-B7ED-4B87-B00F-119AE7AC97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351"/>
            <a:stretch/>
          </p:blipFill>
          <p:spPr>
            <a:xfrm>
              <a:off x="5202979" y="1231030"/>
              <a:ext cx="6985781" cy="5636698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6E586E63-6307-4C9E-AE0E-9A0E1947EC4D}"/>
                </a:ext>
              </a:extLst>
            </p:cNvPr>
            <p:cNvSpPr/>
            <p:nvPr/>
          </p:nvSpPr>
          <p:spPr>
            <a:xfrm>
              <a:off x="5201160" y="1230128"/>
              <a:ext cx="6987600" cy="56376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CFCFC">
                    <a:alpha val="50000"/>
                  </a:srgbClr>
                </a:gs>
                <a:gs pos="0">
                  <a:schemeClr val="bg1"/>
                </a:gs>
                <a:gs pos="100000">
                  <a:srgbClr val="F8F8F8">
                    <a:alpha val="5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244A70F-3485-42DB-B892-D1328A31A0DF}"/>
                </a:ext>
              </a:extLst>
            </p:cNvPr>
            <p:cNvSpPr/>
            <p:nvPr/>
          </p:nvSpPr>
          <p:spPr>
            <a:xfrm>
              <a:off x="5201160" y="1230128"/>
              <a:ext cx="6987600" cy="56376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37000">
                  <a:srgbClr val="F9F5FC">
                    <a:alpha val="30000"/>
                  </a:srgbClr>
                </a:gs>
                <a:gs pos="100000">
                  <a:srgbClr val="F8F8F8">
                    <a:alpha val="3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17B958E-4EF5-4A4E-A59C-79A20BF7D8F4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/>
              <a:pPr algn="r"/>
              <a:t>‹#›</a:t>
            </a:fld>
            <a:endParaRPr lang="en-US" altLang="ja-JP" sz="1100"/>
          </a:p>
        </p:txBody>
      </p:sp>
      <p:sp>
        <p:nvSpPr>
          <p:cNvPr id="12" name="Rectangle 97">
            <a:extLst>
              <a:ext uri="{FF2B5EF4-FFF2-40B4-BE49-F238E27FC236}">
                <a16:creationId xmlns:a16="http://schemas.microsoft.com/office/drawing/2014/main" id="{972D09A7-CBAD-4A4A-A8D8-02180FAA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7" name="Title 10">
            <a:extLst>
              <a:ext uri="{FF2B5EF4-FFF2-40B4-BE49-F238E27FC236}">
                <a16:creationId xmlns:a16="http://schemas.microsoft.com/office/drawing/2014/main" id="{C17A25BC-CC85-429B-9699-75462668F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ja-JP" altLang="en-US"/>
              <a:t>講義・コースの位置付け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6AF5DE-77D0-4C67-8E31-2774F11A7177}"/>
              </a:ext>
            </a:extLst>
          </p:cNvPr>
          <p:cNvSpPr txBox="1"/>
          <p:nvPr/>
        </p:nvSpPr>
        <p:spPr>
          <a:xfrm>
            <a:off x="381000" y="168566"/>
            <a:ext cx="10389274" cy="4104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1" lang="en-US" altLang="ja-JP" sz="2400" b="1">
                <a:latin typeface="+mj-ea"/>
                <a:ea typeface="+mj-ea"/>
              </a:rPr>
              <a:t>Introduction</a:t>
            </a:r>
            <a:endParaRPr kumimoji="1" lang="ja-JP" altLang="en-US" sz="2400" b="1">
              <a:latin typeface="+mj-ea"/>
              <a:ea typeface="+mj-ea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A6E4BFD-7339-4114-BCAE-EAE5C76CDB8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</p:spTree>
    <p:extLst>
      <p:ext uri="{BB962C8B-B14F-4D97-AF65-F5344CB8AC3E}">
        <p14:creationId xmlns:p14="http://schemas.microsoft.com/office/powerpoint/2010/main" val="3569240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EB19A23-8F45-4291-A11D-D7002A4D1D6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1282717"/>
            <a:ext cx="12191999" cy="5575283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9307E34-A350-4FF6-99F1-C81D8656FA15}"/>
              </a:ext>
            </a:extLst>
          </p:cNvPr>
          <p:cNvSpPr txBox="1">
            <a:spLocks/>
          </p:cNvSpPr>
          <p:nvPr/>
        </p:nvSpPr>
        <p:spPr>
          <a:xfrm>
            <a:off x="11681304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E428C21-284C-4C60-9B52-36113AD3DFE0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16" name="Rectangle 97">
            <a:extLst>
              <a:ext uri="{FF2B5EF4-FFF2-40B4-BE49-F238E27FC236}">
                <a16:creationId xmlns:a16="http://schemas.microsoft.com/office/drawing/2014/main" id="{9E98276D-DBE2-4B53-9117-C93E68349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F41F83-0A34-4FE0-AD7E-5E8C27B476F9}"/>
              </a:ext>
            </a:extLst>
          </p:cNvPr>
          <p:cNvSpPr txBox="1"/>
          <p:nvPr/>
        </p:nvSpPr>
        <p:spPr>
          <a:xfrm>
            <a:off x="381000" y="168566"/>
            <a:ext cx="10389274" cy="4104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1" lang="en-US" altLang="ja-JP" sz="2400" b="1">
                <a:latin typeface="+mj-ea"/>
                <a:ea typeface="+mj-ea"/>
              </a:rPr>
              <a:t>Introduction</a:t>
            </a:r>
            <a:endParaRPr kumimoji="1" lang="ja-JP" altLang="en-US" sz="2400" b="1">
              <a:latin typeface="+mj-ea"/>
              <a:ea typeface="+mj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24465E6-AFC5-4F52-8C3E-86BABBDE68B4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本講義のゴール</a:t>
            </a:r>
            <a:endParaRPr kumimoji="1" lang="ja-JP" altLang="en-US" sz="3200" b="1">
              <a:latin typeface="+mj-ea"/>
              <a:ea typeface="+mj-ea"/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B0620CA-E6D8-4C57-AA15-C13F07127AF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</p:spTree>
    <p:extLst>
      <p:ext uri="{BB962C8B-B14F-4D97-AF65-F5344CB8AC3E}">
        <p14:creationId xmlns:p14="http://schemas.microsoft.com/office/powerpoint/2010/main" val="2026880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6D979BC-603A-46C3-932C-5DEAF60832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90"/>
            <a:ext cx="12187238" cy="685532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3EA1A73-34CC-485D-B790-7867745C8BA6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Agenda</a:t>
            </a:r>
            <a:endParaRPr kumimoji="1" lang="ja-JP" altLang="en-US" sz="3200" b="1">
              <a:latin typeface="+mj-ea"/>
              <a:ea typeface="+mj-ea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2828AE5-1B54-4754-8DC2-82E8F6EF0617}"/>
              </a:ext>
            </a:extLst>
          </p:cNvPr>
          <p:cNvSpPr txBox="1">
            <a:spLocks/>
          </p:cNvSpPr>
          <p:nvPr/>
        </p:nvSpPr>
        <p:spPr>
          <a:xfrm>
            <a:off x="11681304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Arial" panose="020B0604020202020204" pitchFamily="34" charset="0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EDE8ADD-A946-40B6-B26A-7438068626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7355" y="1446642"/>
            <a:ext cx="7787148" cy="3567804"/>
          </a:xfrm>
        </p:spPr>
        <p:txBody>
          <a:bodyPr>
            <a:noAutofit/>
          </a:bodyPr>
          <a:lstStyle>
            <a:lvl1pPr marL="442913" indent="-442913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 sz="2800" b="1" cap="none">
                <a:latin typeface="+mj-ea"/>
                <a:ea typeface="+mj-ea"/>
              </a:defRPr>
            </a:lvl1pPr>
            <a:lvl2pPr marL="811213" indent="-4254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ea"/>
              <a:buAutoNum type="circleNumDbPlain"/>
              <a:defRPr sz="2400" b="1" cap="none">
                <a:latin typeface="+mj-ea"/>
                <a:ea typeface="+mj-ea"/>
              </a:defRPr>
            </a:lvl2pPr>
            <a:lvl3pPr marL="1076325" indent="-3746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Meiryo UI" panose="020B0604030504040204" pitchFamily="50" charset="-128"/>
              <a:buChar char="－"/>
              <a:defRPr sz="1800" b="1" cap="none">
                <a:latin typeface="+mj-ea"/>
              </a:defRPr>
            </a:lvl3pPr>
          </a:lstStyle>
          <a:p>
            <a:pPr lvl="0"/>
            <a:r>
              <a:rPr kumimoji="1" lang="en-US" altLang="ja-JP"/>
              <a:t>First Level</a:t>
            </a:r>
            <a:r>
              <a:rPr kumimoji="1" lang="ja-JP" altLang="en-US"/>
              <a:t> </a:t>
            </a:r>
            <a:r>
              <a:rPr kumimoji="1" lang="en-US" altLang="ja-JP"/>
              <a:t>28pt</a:t>
            </a:r>
            <a:endParaRPr kumimoji="1" lang="ja-JP" altLang="en-US"/>
          </a:p>
          <a:p>
            <a:pPr lvl="1"/>
            <a:r>
              <a:rPr kumimoji="1" lang="en-US" altLang="ja-JP"/>
              <a:t>Second Level</a:t>
            </a:r>
            <a:r>
              <a:rPr kumimoji="1" lang="ja-JP" altLang="en-US"/>
              <a:t> </a:t>
            </a:r>
            <a:r>
              <a:rPr kumimoji="1" lang="en-US" altLang="ja-JP"/>
              <a:t>24pt</a:t>
            </a:r>
            <a:endParaRPr kumimoji="1" lang="ja-JP" altLang="en-US"/>
          </a:p>
          <a:p>
            <a:pPr lvl="2"/>
            <a:r>
              <a:rPr kumimoji="1" lang="en-US" altLang="ja-JP"/>
              <a:t>Third</a:t>
            </a:r>
            <a:r>
              <a:rPr kumimoji="1" lang="ja-JP" altLang="en-US"/>
              <a:t> </a:t>
            </a:r>
            <a:r>
              <a:rPr kumimoji="1" lang="en-US" altLang="ja-JP"/>
              <a:t>Level</a:t>
            </a:r>
            <a:r>
              <a:rPr kumimoji="1" lang="ja-JP" altLang="en-US"/>
              <a:t>　</a:t>
            </a:r>
            <a:r>
              <a:rPr kumimoji="1" lang="en-US" altLang="ja-JP"/>
              <a:t>18pt</a:t>
            </a:r>
          </a:p>
          <a:p>
            <a:pPr lvl="2"/>
            <a:r>
              <a:rPr kumimoji="1" lang="ja-JP" altLang="en-US"/>
              <a:t>　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238AA11-4D1A-4199-996C-D1553F663F20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11" name="Rectangle 97">
            <a:extLst>
              <a:ext uri="{FF2B5EF4-FFF2-40B4-BE49-F238E27FC236}">
                <a16:creationId xmlns:a16="http://schemas.microsoft.com/office/drawing/2014/main" id="{1F4C9033-24B7-4179-A1FA-827D5D2B9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39710870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626A05F-F7D4-482F-AB23-8FC010048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ja-JP"/>
              <a:t>Slide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AB1C357-33B9-4341-B05D-966F6C8EDA9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6718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626A05F-F7D4-482F-AB23-8FC010048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 lang="en-US" altLang="ja-JP" smtClean="0">
                <a:latin typeface="+mj-ea"/>
                <a:ea typeface="+mj-ea"/>
              </a:defRPr>
            </a:lvl1pPr>
          </a:lstStyle>
          <a:p>
            <a:r>
              <a:rPr lang="en-US" altLang="ja-JP">
                <a:latin typeface="+mj-ea"/>
                <a:ea typeface="+mj-ea"/>
              </a:rPr>
              <a:t>Activity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EC0760B-DE4C-457C-9EA2-AB0C5F93E5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1395" y="4096945"/>
            <a:ext cx="2207729" cy="2453771"/>
          </a:xfrm>
          <a:prstGeom prst="rect">
            <a:avLst/>
          </a:prstGeom>
        </p:spPr>
      </p:pic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CD12EE6F-E6AE-4ACA-9310-27036057B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902566">
            <a:off x="10223682" y="4966091"/>
            <a:ext cx="900134" cy="676980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A3F2D0-7B37-4BCB-81A7-9A200BEB1496}"/>
              </a:ext>
            </a:extLst>
          </p:cNvPr>
          <p:cNvSpPr txBox="1"/>
          <p:nvPr/>
        </p:nvSpPr>
        <p:spPr>
          <a:xfrm rot="1115378">
            <a:off x="10261001" y="5498651"/>
            <a:ext cx="102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min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952F032F-671D-479D-986D-32C75EB6C3E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8482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626A05F-F7D4-482F-AB23-8FC010048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 lang="en-US" altLang="ja-JP" smtClean="0">
                <a:latin typeface="+mj-ea"/>
                <a:ea typeface="+mj-ea"/>
              </a:defRPr>
            </a:lvl1pPr>
          </a:lstStyle>
          <a:p>
            <a:r>
              <a:rPr lang="en-US" altLang="ja-JP">
                <a:latin typeface="+mj-ea"/>
                <a:ea typeface="+mj-ea"/>
              </a:rPr>
              <a:t>Activity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14730D6-1061-4D02-B7E2-AD24226C3F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6008" y="3813240"/>
            <a:ext cx="1479058" cy="2742551"/>
          </a:xfrm>
          <a:prstGeom prst="rect">
            <a:avLst/>
          </a:prstGeom>
        </p:spPr>
      </p:pic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AFD85F6F-E230-4AE0-B57C-2B2FB1C17E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17657" y="6025338"/>
            <a:ext cx="1635760" cy="454759"/>
          </a:xfrm>
        </p:spPr>
        <p:txBody>
          <a:bodyPr>
            <a:noAutofit/>
          </a:bodyPr>
          <a:lstStyle>
            <a:lvl1pPr algn="ctr"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/>
              <a:t>00 min</a:t>
            </a:r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2E1F6D0-688B-44D1-B96F-D25304FDB28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4503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A6A2D2CE-E5E4-47FE-88C0-918EFD8101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20655" y="2794001"/>
            <a:ext cx="2475889" cy="3713115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B00C27FA-2444-45D8-8BE5-7EE9A5E5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 lang="en-US" altLang="ja-JP" sz="3200" smtClean="0">
                <a:latin typeface="+mj-ea"/>
                <a:ea typeface="+mj-ea"/>
              </a:defRPr>
            </a:lvl1pPr>
          </a:lstStyle>
          <a:p>
            <a:r>
              <a:rPr lang="en-US" altLang="ja-JP"/>
              <a:t>【Appendix】 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9C2327B-1D2E-4CB6-B64D-D3EE910DC11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B23AEA7-05DA-4089-BD90-7CFC1E21D2C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179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E33E37A-CC2B-471F-A7D4-9147E1558C1D}"/>
              </a:ext>
            </a:extLst>
          </p:cNvPr>
          <p:cNvGrpSpPr/>
          <p:nvPr/>
        </p:nvGrpSpPr>
        <p:grpSpPr>
          <a:xfrm>
            <a:off x="3232355" y="1343862"/>
            <a:ext cx="8981419" cy="5514138"/>
            <a:chOff x="3232355" y="1343862"/>
            <a:chExt cx="8981419" cy="5514138"/>
          </a:xfrm>
        </p:grpSpPr>
        <p:pic>
          <p:nvPicPr>
            <p:cNvPr id="8" name="Picture 21">
              <a:extLst>
                <a:ext uri="{FF2B5EF4-FFF2-40B4-BE49-F238E27FC236}">
                  <a16:creationId xmlns:a16="http://schemas.microsoft.com/office/drawing/2014/main" id="{F0D26548-DFE2-4EA8-8C32-9D28BA17D5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3276599" y="1343862"/>
              <a:ext cx="8913910" cy="5514138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AAE39F7-7D36-4AA2-BF39-037491E1DD8A}"/>
                </a:ext>
              </a:extLst>
            </p:cNvPr>
            <p:cNvSpPr/>
            <p:nvPr/>
          </p:nvSpPr>
          <p:spPr>
            <a:xfrm>
              <a:off x="3232355" y="1343862"/>
              <a:ext cx="8981419" cy="5514138"/>
            </a:xfrm>
            <a:prstGeom prst="rect">
              <a:avLst/>
            </a:prstGeom>
            <a:gradFill flip="none" rotWithShape="1">
              <a:gsLst>
                <a:gs pos="91000">
                  <a:srgbClr val="FFFFFF"/>
                </a:gs>
                <a:gs pos="82000">
                  <a:srgbClr val="FFFFFF">
                    <a:alpha val="0"/>
                  </a:srgbClr>
                </a:gs>
                <a:gs pos="10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Meiryo UI"/>
                <a:cs typeface="+mn-cs"/>
              </a:endParaRPr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19696-7E23-4931-A90B-2FFD3805F64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1" name="Rectangle 97">
            <a:extLst>
              <a:ext uri="{FF2B5EF4-FFF2-40B4-BE49-F238E27FC236}">
                <a16:creationId xmlns:a16="http://schemas.microsoft.com/office/drawing/2014/main" id="{4D90BFDD-8ABA-4125-945E-BBD06120C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192B4BB-641D-49C7-B4C1-9EF284A123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3AFBE1-8406-43AC-B430-6C4E8CD290DB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Summary</a:t>
            </a:r>
            <a:endParaRPr kumimoji="1" lang="ja-JP" altLang="en-US" sz="32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19796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15D91C-9BFE-4D83-9EA5-A60049913DA9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Question</a:t>
            </a: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？</a:t>
            </a:r>
            <a:endParaRPr kumimoji="1" lang="ja-JP" altLang="en-US" sz="3200" b="1">
              <a:latin typeface="+mj-ea"/>
              <a:ea typeface="+mj-ea"/>
            </a:endParaRPr>
          </a:p>
        </p:txBody>
      </p:sp>
      <p:pic>
        <p:nvPicPr>
          <p:cNvPr id="3" name="Picture 3" descr="microphone">
            <a:extLst>
              <a:ext uri="{FF2B5EF4-FFF2-40B4-BE49-F238E27FC236}">
                <a16:creationId xmlns:a16="http://schemas.microsoft.com/office/drawing/2014/main" id="{AD3F56B1-C827-4E2C-9660-7A06A8793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025299"/>
            <a:ext cx="7552607" cy="3599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717B0DC5-26F5-4190-9388-752AF99D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306" y="2855563"/>
            <a:ext cx="4289900" cy="18594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 anchor="ctr">
            <a:spAutoFit/>
          </a:bodyPr>
          <a:lstStyle/>
          <a:p>
            <a:pPr marL="0" marR="0" lvl="0" indent="0" algn="ctr" defTabSz="7620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AU" altLang="ja-JP" sz="11500" b="1" i="0" u="none" strike="noStrike" kern="1200" cap="none" spc="0" normalizeH="0" baseline="0" noProof="0">
                <a:ln>
                  <a:noFill/>
                </a:ln>
                <a:solidFill>
                  <a:srgbClr val="5F0095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637557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1CCA11-DDA6-40D4-AF3B-F0DBD4DDEAB0}"/>
              </a:ext>
            </a:extLst>
          </p:cNvPr>
          <p:cNvSpPr txBox="1"/>
          <p:nvPr/>
        </p:nvSpPr>
        <p:spPr>
          <a:xfrm>
            <a:off x="381000" y="1295400"/>
            <a:ext cx="7960360" cy="353943"/>
          </a:xfrm>
          <a:prstGeom prst="rect">
            <a:avLst/>
          </a:prstGeom>
          <a:noFill/>
        </p:spPr>
        <p:txBody>
          <a:bodyPr wrap="square" lIns="0" tIns="0" rIns="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変更履歴は下記を参照してください。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1DFDF8AB-7B85-4356-8990-024D37AA0A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520" y="2570479"/>
            <a:ext cx="7559040" cy="1036321"/>
          </a:xfrm>
        </p:spPr>
        <p:txBody>
          <a:bodyPr>
            <a:noAutofit/>
          </a:bodyPr>
          <a:lstStyle>
            <a:lvl1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1pPr>
            <a:lvl2pPr marL="55562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2pPr>
            <a:lvl3pPr marL="514338" indent="-230182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3pPr>
            <a:lvl4pPr marL="685783" indent="-17144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4pPr>
            <a:lvl5pPr marL="857229" indent="-17779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EFA3A8-A226-43F2-B7AB-29DADC5C0BA1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【</a:t>
            </a: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変更履歴</a:t>
            </a: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】</a:t>
            </a:r>
            <a:endParaRPr kumimoji="1" lang="ja-JP" altLang="en-US" sz="32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032962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blank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83A789C-CEFB-4960-A253-D9726173FCB6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1"/>
                </a:solidFill>
              </a:rPr>
              <a:pPr algn="r"/>
              <a:t>‹#›</a:t>
            </a:fld>
            <a:endParaRPr lang="en-US" altLang="ja-JP" sz="110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D1B6A-4646-44AF-ADE8-CF2BF6338C32}"/>
              </a:ext>
            </a:extLst>
          </p:cNvPr>
          <p:cNvSpPr txBox="1">
            <a:spLocks/>
          </p:cNvSpPr>
          <p:nvPr/>
        </p:nvSpPr>
        <p:spPr>
          <a:xfrm>
            <a:off x="113064" y="6438757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>
                <a:solidFill>
                  <a:schemeClr val="tx1"/>
                </a:solidFill>
              </a:rPr>
              <a:t>Copyright ©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5999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0318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A725CB8-9BFC-4708-A91B-79FE3D3D2BFA}"/>
              </a:ext>
            </a:extLst>
          </p:cNvPr>
          <p:cNvGrpSpPr/>
          <p:nvPr/>
        </p:nvGrpSpPr>
        <p:grpSpPr>
          <a:xfrm>
            <a:off x="4991100" y="1485900"/>
            <a:ext cx="7200900" cy="5372100"/>
            <a:chOff x="5201160" y="1230128"/>
            <a:chExt cx="6987600" cy="56376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DE7A0F2-B7ED-4B87-B00F-119AE7AC97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351"/>
            <a:stretch/>
          </p:blipFill>
          <p:spPr>
            <a:xfrm>
              <a:off x="5202979" y="1231030"/>
              <a:ext cx="6985781" cy="5636698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6E586E63-6307-4C9E-AE0E-9A0E1947EC4D}"/>
                </a:ext>
              </a:extLst>
            </p:cNvPr>
            <p:cNvSpPr/>
            <p:nvPr/>
          </p:nvSpPr>
          <p:spPr>
            <a:xfrm>
              <a:off x="5201160" y="1230128"/>
              <a:ext cx="6987600" cy="56376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CFCFC">
                    <a:alpha val="50000"/>
                  </a:srgbClr>
                </a:gs>
                <a:gs pos="0">
                  <a:schemeClr val="bg1"/>
                </a:gs>
                <a:gs pos="100000">
                  <a:srgbClr val="F8F8F8">
                    <a:alpha val="5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244A70F-3485-42DB-B892-D1328A31A0DF}"/>
                </a:ext>
              </a:extLst>
            </p:cNvPr>
            <p:cNvSpPr/>
            <p:nvPr/>
          </p:nvSpPr>
          <p:spPr>
            <a:xfrm>
              <a:off x="5201160" y="1230128"/>
              <a:ext cx="6987600" cy="56376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37000">
                  <a:srgbClr val="F9F5FC">
                    <a:alpha val="30000"/>
                  </a:srgbClr>
                </a:gs>
                <a:gs pos="100000">
                  <a:srgbClr val="F8F8F8">
                    <a:alpha val="3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17B958E-4EF5-4A4E-A59C-79A20BF7D8F4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/>
              <a:pPr algn="r"/>
              <a:t>‹#›</a:t>
            </a:fld>
            <a:endParaRPr lang="en-US" altLang="ja-JP" sz="1100"/>
          </a:p>
        </p:txBody>
      </p:sp>
      <p:sp>
        <p:nvSpPr>
          <p:cNvPr id="12" name="Rectangle 97">
            <a:extLst>
              <a:ext uri="{FF2B5EF4-FFF2-40B4-BE49-F238E27FC236}">
                <a16:creationId xmlns:a16="http://schemas.microsoft.com/office/drawing/2014/main" id="{972D09A7-CBAD-4A4A-A8D8-02180FAA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7" name="Title 10">
            <a:extLst>
              <a:ext uri="{FF2B5EF4-FFF2-40B4-BE49-F238E27FC236}">
                <a16:creationId xmlns:a16="http://schemas.microsoft.com/office/drawing/2014/main" id="{C17A25BC-CC85-429B-9699-75462668F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ja-JP" altLang="en-US"/>
              <a:t>講義・コースの位置付け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6AF5DE-77D0-4C67-8E31-2774F11A7177}"/>
              </a:ext>
            </a:extLst>
          </p:cNvPr>
          <p:cNvSpPr txBox="1"/>
          <p:nvPr/>
        </p:nvSpPr>
        <p:spPr>
          <a:xfrm>
            <a:off x="381000" y="168566"/>
            <a:ext cx="10389274" cy="4104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1" lang="en-US" altLang="ja-JP" sz="2400" b="1">
                <a:latin typeface="+mj-ea"/>
                <a:ea typeface="+mj-ea"/>
              </a:rPr>
              <a:t>Introduction</a:t>
            </a:r>
            <a:endParaRPr kumimoji="1" lang="ja-JP" altLang="en-US" sz="2400" b="1">
              <a:latin typeface="+mj-ea"/>
              <a:ea typeface="+mj-ea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A6E4BFD-7339-4114-BCAE-EAE5C76CDB8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</p:spTree>
    <p:extLst>
      <p:ext uri="{BB962C8B-B14F-4D97-AF65-F5344CB8AC3E}">
        <p14:creationId xmlns:p14="http://schemas.microsoft.com/office/powerpoint/2010/main" val="24723695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EB19A23-8F45-4291-A11D-D7002A4D1D6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1282717"/>
            <a:ext cx="12191999" cy="5575283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9307E34-A350-4FF6-99F1-C81D8656FA15}"/>
              </a:ext>
            </a:extLst>
          </p:cNvPr>
          <p:cNvSpPr txBox="1">
            <a:spLocks/>
          </p:cNvSpPr>
          <p:nvPr/>
        </p:nvSpPr>
        <p:spPr>
          <a:xfrm>
            <a:off x="11681304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E428C21-284C-4C60-9B52-36113AD3DFE0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16" name="Rectangle 97">
            <a:extLst>
              <a:ext uri="{FF2B5EF4-FFF2-40B4-BE49-F238E27FC236}">
                <a16:creationId xmlns:a16="http://schemas.microsoft.com/office/drawing/2014/main" id="{9E98276D-DBE2-4B53-9117-C93E68349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F41F83-0A34-4FE0-AD7E-5E8C27B476F9}"/>
              </a:ext>
            </a:extLst>
          </p:cNvPr>
          <p:cNvSpPr txBox="1"/>
          <p:nvPr/>
        </p:nvSpPr>
        <p:spPr>
          <a:xfrm>
            <a:off x="381000" y="168566"/>
            <a:ext cx="10389274" cy="4104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1" lang="en-US" altLang="ja-JP" sz="2400" b="1">
                <a:latin typeface="+mj-ea"/>
                <a:ea typeface="+mj-ea"/>
              </a:rPr>
              <a:t>Introduction</a:t>
            </a:r>
            <a:endParaRPr kumimoji="1" lang="ja-JP" altLang="en-US" sz="2400" b="1">
              <a:latin typeface="+mj-ea"/>
              <a:ea typeface="+mj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24465E6-AFC5-4F52-8C3E-86BABBDE68B4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本講義のゴール</a:t>
            </a:r>
            <a:endParaRPr kumimoji="1" lang="ja-JP" altLang="en-US" sz="3200" b="1">
              <a:latin typeface="+mj-ea"/>
              <a:ea typeface="+mj-ea"/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B0620CA-E6D8-4C57-AA15-C13F07127AF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</p:spTree>
    <p:extLst>
      <p:ext uri="{BB962C8B-B14F-4D97-AF65-F5344CB8AC3E}">
        <p14:creationId xmlns:p14="http://schemas.microsoft.com/office/powerpoint/2010/main" val="21960400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6D979BC-603A-46C3-932C-5DEAF60832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90"/>
            <a:ext cx="12187238" cy="685532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3EA1A73-34CC-485D-B790-7867745C8BA6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Agenda</a:t>
            </a:r>
            <a:endParaRPr kumimoji="1" lang="ja-JP" altLang="en-US" sz="3200" b="1">
              <a:latin typeface="+mj-ea"/>
              <a:ea typeface="+mj-ea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2828AE5-1B54-4754-8DC2-82E8F6EF0617}"/>
              </a:ext>
            </a:extLst>
          </p:cNvPr>
          <p:cNvSpPr txBox="1">
            <a:spLocks/>
          </p:cNvSpPr>
          <p:nvPr/>
        </p:nvSpPr>
        <p:spPr>
          <a:xfrm>
            <a:off x="11681304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Arial" panose="020B0604020202020204" pitchFamily="34" charset="0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EDE8ADD-A946-40B6-B26A-7438068626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7355" y="1446642"/>
            <a:ext cx="7787148" cy="3567804"/>
          </a:xfrm>
        </p:spPr>
        <p:txBody>
          <a:bodyPr>
            <a:noAutofit/>
          </a:bodyPr>
          <a:lstStyle>
            <a:lvl1pPr marL="442913" indent="-442913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 sz="2800" b="1" cap="none">
                <a:latin typeface="+mj-ea"/>
                <a:ea typeface="+mj-ea"/>
              </a:defRPr>
            </a:lvl1pPr>
            <a:lvl2pPr marL="811213" indent="-4254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ea"/>
              <a:buAutoNum type="circleNumDbPlain"/>
              <a:defRPr sz="2400" b="1" cap="none">
                <a:latin typeface="+mj-ea"/>
                <a:ea typeface="+mj-ea"/>
              </a:defRPr>
            </a:lvl2pPr>
            <a:lvl3pPr marL="1076325" indent="-3746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Meiryo UI" panose="020B0604030504040204" pitchFamily="50" charset="-128"/>
              <a:buChar char="－"/>
              <a:defRPr sz="1800" b="1" cap="none">
                <a:latin typeface="+mj-ea"/>
              </a:defRPr>
            </a:lvl3pPr>
          </a:lstStyle>
          <a:p>
            <a:pPr lvl="0"/>
            <a:r>
              <a:rPr kumimoji="1" lang="en-US" altLang="ja-JP"/>
              <a:t>First Level</a:t>
            </a:r>
            <a:r>
              <a:rPr kumimoji="1" lang="ja-JP" altLang="en-US"/>
              <a:t> </a:t>
            </a:r>
            <a:r>
              <a:rPr kumimoji="1" lang="en-US" altLang="ja-JP"/>
              <a:t>28pt</a:t>
            </a:r>
            <a:endParaRPr kumimoji="1" lang="ja-JP" altLang="en-US"/>
          </a:p>
          <a:p>
            <a:pPr lvl="1"/>
            <a:r>
              <a:rPr kumimoji="1" lang="en-US" altLang="ja-JP"/>
              <a:t>Second Level</a:t>
            </a:r>
            <a:r>
              <a:rPr kumimoji="1" lang="ja-JP" altLang="en-US"/>
              <a:t> </a:t>
            </a:r>
            <a:r>
              <a:rPr kumimoji="1" lang="en-US" altLang="ja-JP"/>
              <a:t>24pt</a:t>
            </a:r>
            <a:endParaRPr kumimoji="1" lang="ja-JP" altLang="en-US"/>
          </a:p>
          <a:p>
            <a:pPr lvl="2"/>
            <a:r>
              <a:rPr kumimoji="1" lang="en-US" altLang="ja-JP"/>
              <a:t>Third</a:t>
            </a:r>
            <a:r>
              <a:rPr kumimoji="1" lang="ja-JP" altLang="en-US"/>
              <a:t> </a:t>
            </a:r>
            <a:r>
              <a:rPr kumimoji="1" lang="en-US" altLang="ja-JP"/>
              <a:t>Level</a:t>
            </a:r>
            <a:r>
              <a:rPr kumimoji="1" lang="ja-JP" altLang="en-US"/>
              <a:t>　</a:t>
            </a:r>
            <a:r>
              <a:rPr kumimoji="1" lang="en-US" altLang="ja-JP"/>
              <a:t>18pt</a:t>
            </a:r>
          </a:p>
          <a:p>
            <a:pPr lvl="2"/>
            <a:r>
              <a:rPr kumimoji="1" lang="ja-JP" altLang="en-US"/>
              <a:t>　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238AA11-4D1A-4199-996C-D1553F663F20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11" name="Rectangle 97">
            <a:extLst>
              <a:ext uri="{FF2B5EF4-FFF2-40B4-BE49-F238E27FC236}">
                <a16:creationId xmlns:a16="http://schemas.microsoft.com/office/drawing/2014/main" id="{1F4C9033-24B7-4179-A1FA-827D5D2B9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35905174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626A05F-F7D4-482F-AB23-8FC010048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ja-JP"/>
              <a:t>Slide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AB1C357-33B9-4341-B05D-966F6C8EDA9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2496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626A05F-F7D4-482F-AB23-8FC010048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 lang="en-US" altLang="ja-JP" smtClean="0">
                <a:latin typeface="+mj-ea"/>
                <a:ea typeface="+mj-ea"/>
              </a:defRPr>
            </a:lvl1pPr>
          </a:lstStyle>
          <a:p>
            <a:r>
              <a:rPr lang="en-US" altLang="ja-JP">
                <a:latin typeface="+mj-ea"/>
                <a:ea typeface="+mj-ea"/>
              </a:rPr>
              <a:t>Activity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EC0760B-DE4C-457C-9EA2-AB0C5F93E5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1395" y="4096945"/>
            <a:ext cx="2207729" cy="2453771"/>
          </a:xfrm>
          <a:prstGeom prst="rect">
            <a:avLst/>
          </a:prstGeom>
        </p:spPr>
      </p:pic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CD12EE6F-E6AE-4ACA-9310-27036057B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902566">
            <a:off x="10223682" y="4966091"/>
            <a:ext cx="900134" cy="676980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/>
              <a:t>00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A3F2D0-7B37-4BCB-81A7-9A200BEB1496}"/>
              </a:ext>
            </a:extLst>
          </p:cNvPr>
          <p:cNvSpPr txBox="1"/>
          <p:nvPr/>
        </p:nvSpPr>
        <p:spPr>
          <a:xfrm rot="1115378">
            <a:off x="10261001" y="5498651"/>
            <a:ext cx="102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min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952F032F-671D-479D-986D-32C75EB6C3E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69782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626A05F-F7D4-482F-AB23-8FC010048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 lang="en-US" altLang="ja-JP" smtClean="0">
                <a:latin typeface="+mj-ea"/>
                <a:ea typeface="+mj-ea"/>
              </a:defRPr>
            </a:lvl1pPr>
          </a:lstStyle>
          <a:p>
            <a:r>
              <a:rPr lang="en-US" altLang="ja-JP">
                <a:latin typeface="+mj-ea"/>
                <a:ea typeface="+mj-ea"/>
              </a:rPr>
              <a:t>Activity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14730D6-1061-4D02-B7E2-AD24226C3F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6008" y="3813240"/>
            <a:ext cx="1479058" cy="2742551"/>
          </a:xfrm>
          <a:prstGeom prst="rect">
            <a:avLst/>
          </a:prstGeom>
        </p:spPr>
      </p:pic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AFD85F6F-E230-4AE0-B57C-2B2FB1C17E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17657" y="6025338"/>
            <a:ext cx="1635760" cy="454759"/>
          </a:xfrm>
        </p:spPr>
        <p:txBody>
          <a:bodyPr>
            <a:noAutofit/>
          </a:bodyPr>
          <a:lstStyle>
            <a:lvl1pPr algn="ctr"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/>
              <a:t>00 min</a:t>
            </a:r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2E1F6D0-688B-44D1-B96F-D25304FDB28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308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A6A2D2CE-E5E4-47FE-88C0-918EFD8101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20655" y="2794001"/>
            <a:ext cx="2475889" cy="3713115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B00C27FA-2444-45D8-8BE5-7EE9A5E5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09600"/>
            <a:ext cx="11361295" cy="550800"/>
          </a:xfrm>
        </p:spPr>
        <p:txBody>
          <a:bodyPr>
            <a:noAutofit/>
          </a:bodyPr>
          <a:lstStyle>
            <a:lvl1pPr>
              <a:defRPr lang="en-US" altLang="ja-JP" sz="3200" smtClean="0">
                <a:latin typeface="+mj-ea"/>
                <a:ea typeface="+mj-ea"/>
              </a:defRPr>
            </a:lvl1pPr>
          </a:lstStyle>
          <a:p>
            <a:r>
              <a:rPr lang="en-US" altLang="ja-JP"/>
              <a:t>【Appendix】 Title</a:t>
            </a:r>
            <a:r>
              <a:rPr lang="ja-JP" altLang="en-US"/>
              <a:t>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9C2327B-1D2E-4CB6-B64D-D3EE910DC11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B23AEA7-05DA-4089-BD90-7CFC1E21D2C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0075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E33E37A-CC2B-471F-A7D4-9147E1558C1D}"/>
              </a:ext>
            </a:extLst>
          </p:cNvPr>
          <p:cNvGrpSpPr/>
          <p:nvPr/>
        </p:nvGrpSpPr>
        <p:grpSpPr>
          <a:xfrm>
            <a:off x="3232355" y="1343862"/>
            <a:ext cx="8981419" cy="5514138"/>
            <a:chOff x="3232355" y="1343862"/>
            <a:chExt cx="8981419" cy="5514138"/>
          </a:xfrm>
        </p:grpSpPr>
        <p:pic>
          <p:nvPicPr>
            <p:cNvPr id="8" name="Picture 21">
              <a:extLst>
                <a:ext uri="{FF2B5EF4-FFF2-40B4-BE49-F238E27FC236}">
                  <a16:creationId xmlns:a16="http://schemas.microsoft.com/office/drawing/2014/main" id="{F0D26548-DFE2-4EA8-8C32-9D28BA17D5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3276599" y="1343862"/>
              <a:ext cx="8913910" cy="5514138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AAE39F7-7D36-4AA2-BF39-037491E1DD8A}"/>
                </a:ext>
              </a:extLst>
            </p:cNvPr>
            <p:cNvSpPr/>
            <p:nvPr/>
          </p:nvSpPr>
          <p:spPr>
            <a:xfrm>
              <a:off x="3232355" y="1343862"/>
              <a:ext cx="8981419" cy="5514138"/>
            </a:xfrm>
            <a:prstGeom prst="rect">
              <a:avLst/>
            </a:prstGeom>
            <a:gradFill flip="none" rotWithShape="1">
              <a:gsLst>
                <a:gs pos="91000">
                  <a:srgbClr val="FFFFFF"/>
                </a:gs>
                <a:gs pos="82000">
                  <a:srgbClr val="FFFFFF">
                    <a:alpha val="0"/>
                  </a:srgbClr>
                </a:gs>
                <a:gs pos="10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Meiryo UI"/>
                <a:cs typeface="+mn-cs"/>
              </a:endParaRPr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19696-7E23-4931-A90B-2FFD3805F64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1000" y="1295400"/>
            <a:ext cx="11429999" cy="11266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>
                <a:latin typeface="+mn-ea"/>
                <a:ea typeface="+mn-ea"/>
              </a:defRPr>
            </a:lvl1pPr>
            <a:lvl2pPr>
              <a:spcAft>
                <a:spcPts val="1200"/>
              </a:spcAft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14338" indent="-230182">
              <a:buFont typeface="Graphik" panose="020B0503030202060203" pitchFamily="34" charset="0"/>
              <a:buChar char="–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altLang="ja-JP"/>
              <a:t>Main</a:t>
            </a:r>
            <a:r>
              <a:rPr lang="ja-JP" altLang="en-US"/>
              <a:t> </a:t>
            </a:r>
            <a:r>
              <a:rPr lang="en-US" altLang="ja-JP"/>
              <a:t>message</a:t>
            </a:r>
            <a:r>
              <a:rPr lang="ja-JP" altLang="en-US"/>
              <a:t>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text styles</a:t>
            </a:r>
            <a:r>
              <a:rPr lang="ja-JP" altLang="en-US"/>
              <a:t> </a:t>
            </a:r>
            <a:r>
              <a:rPr lang="en-US" altLang="ja-JP"/>
              <a:t>20pt</a:t>
            </a:r>
            <a:r>
              <a:rPr lang="ja-JP" altLang="en-US"/>
              <a:t>　（行間：段落前</a:t>
            </a:r>
            <a:r>
              <a:rPr lang="en-US" altLang="ja-JP"/>
              <a:t>0pt</a:t>
            </a:r>
            <a:r>
              <a:rPr lang="ja-JP" altLang="en-US"/>
              <a:t> 段落後</a:t>
            </a:r>
            <a:r>
              <a:rPr lang="en-US" altLang="ja-JP"/>
              <a:t>6pt</a:t>
            </a:r>
            <a:r>
              <a:rPr lang="ja-JP" altLang="en-US"/>
              <a:t> 行間</a:t>
            </a:r>
            <a:r>
              <a:rPr lang="en-US" altLang="ja-JP"/>
              <a:t>1</a:t>
            </a:r>
            <a:r>
              <a:rPr lang="ja-JP" altLang="en-US"/>
              <a:t>行）</a:t>
            </a:r>
          </a:p>
        </p:txBody>
      </p:sp>
      <p:sp>
        <p:nvSpPr>
          <p:cNvPr id="11" name="Rectangle 97">
            <a:extLst>
              <a:ext uri="{FF2B5EF4-FFF2-40B4-BE49-F238E27FC236}">
                <a16:creationId xmlns:a16="http://schemas.microsoft.com/office/drawing/2014/main" id="{4D90BFDD-8ABA-4125-945E-BBD06120C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192B4BB-641D-49C7-B4C1-9EF284A123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000" y="168166"/>
            <a:ext cx="10389274" cy="410800"/>
          </a:xfrm>
        </p:spPr>
        <p:txBody>
          <a:bodyPr tIns="468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+mj-ea"/>
                <a:ea typeface="+mj-ea"/>
              </a:defRPr>
            </a:lvl1pPr>
          </a:lstStyle>
          <a:p>
            <a:pPr lvl="0"/>
            <a:r>
              <a:rPr lang="en-US" altLang="ja-JP"/>
              <a:t>1.First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r>
              <a:rPr lang="ja-JP" altLang="en-US"/>
              <a:t> － ①</a:t>
            </a:r>
            <a:r>
              <a:rPr lang="en-US" altLang="ja-JP"/>
              <a:t>Second level</a:t>
            </a:r>
            <a:r>
              <a:rPr lang="ja-JP" altLang="en-US"/>
              <a:t> </a:t>
            </a:r>
            <a:r>
              <a:rPr lang="en-US" altLang="ja-JP"/>
              <a:t>title</a:t>
            </a:r>
            <a:r>
              <a:rPr lang="ja-JP" altLang="en-US"/>
              <a:t> </a:t>
            </a:r>
            <a:r>
              <a:rPr lang="en-US" altLang="ja-JP"/>
              <a:t>24pt</a:t>
            </a:r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3AFBE1-8406-43AC-B430-6C4E8CD290DB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Summary</a:t>
            </a:r>
            <a:endParaRPr kumimoji="1" lang="ja-JP" altLang="en-US" sz="32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303401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15D91C-9BFE-4D83-9EA5-A60049913DA9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Question</a:t>
            </a: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？</a:t>
            </a:r>
            <a:endParaRPr kumimoji="1" lang="ja-JP" altLang="en-US" sz="3200" b="1">
              <a:latin typeface="+mj-ea"/>
              <a:ea typeface="+mj-ea"/>
            </a:endParaRPr>
          </a:p>
        </p:txBody>
      </p:sp>
      <p:pic>
        <p:nvPicPr>
          <p:cNvPr id="3" name="Picture 3" descr="microphone">
            <a:extLst>
              <a:ext uri="{FF2B5EF4-FFF2-40B4-BE49-F238E27FC236}">
                <a16:creationId xmlns:a16="http://schemas.microsoft.com/office/drawing/2014/main" id="{AD3F56B1-C827-4E2C-9660-7A06A8793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025299"/>
            <a:ext cx="7552607" cy="3599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717B0DC5-26F5-4190-9388-752AF99D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306" y="2855563"/>
            <a:ext cx="4289900" cy="18594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 anchor="ctr">
            <a:spAutoFit/>
          </a:bodyPr>
          <a:lstStyle/>
          <a:p>
            <a:pPr marL="0" marR="0" lvl="0" indent="0" algn="ctr" defTabSz="7620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AU" altLang="ja-JP" sz="11500" b="1" i="0" u="none" strike="noStrike" kern="1200" cap="none" spc="0" normalizeH="0" baseline="0" noProof="0">
                <a:ln>
                  <a:noFill/>
                </a:ln>
                <a:solidFill>
                  <a:srgbClr val="5F0095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064717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1DFDF8AB-7B85-4356-8990-024D37AA0A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520" y="2570479"/>
            <a:ext cx="7559040" cy="1036321"/>
          </a:xfrm>
        </p:spPr>
        <p:txBody>
          <a:bodyPr>
            <a:noAutofit/>
          </a:bodyPr>
          <a:lstStyle>
            <a:lvl1pPr marL="55561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1pPr>
            <a:lvl2pPr marL="55562" indent="0">
              <a:buFont typeface="Wingdings" panose="05000000000000000000" pitchFamily="2" charset="2"/>
              <a:buNone/>
              <a:defRPr sz="2400">
                <a:latin typeface="+mn-ea"/>
                <a:ea typeface="+mn-ea"/>
              </a:defRPr>
            </a:lvl2pPr>
            <a:lvl3pPr marL="514338" indent="-230182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3pPr>
            <a:lvl4pPr marL="685783" indent="-17144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4pPr>
            <a:lvl5pPr marL="857229" indent="-177796">
              <a:buFont typeface="Wingdings" panose="05000000000000000000" pitchFamily="2" charset="2"/>
              <a:buChar char="ü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EFA3A8-A226-43F2-B7AB-29DADC5C0BA1}"/>
              </a:ext>
            </a:extLst>
          </p:cNvPr>
          <p:cNvSpPr txBox="1"/>
          <p:nvPr/>
        </p:nvSpPr>
        <p:spPr>
          <a:xfrm>
            <a:off x="381000" y="608098"/>
            <a:ext cx="11430000" cy="550800"/>
          </a:xfrm>
          <a:prstGeom prst="rect">
            <a:avLst/>
          </a:prstGeom>
          <a:noFill/>
        </p:spPr>
        <p:txBody>
          <a:bodyPr wrap="square" lIns="0" tIns="46800" rIns="0" bIns="0" rtlCol="0" anchor="b">
            <a:noAutofit/>
          </a:bodyPr>
          <a:lstStyle/>
          <a:p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【</a:t>
            </a: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変更履歴</a:t>
            </a:r>
            <a:r>
              <a:rPr kumimoji="0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】</a:t>
            </a:r>
            <a:endParaRPr kumimoji="1" lang="ja-JP" altLang="en-US" sz="32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8942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blank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83A789C-CEFB-4960-A253-D9726173FCB6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1"/>
                </a:solidFill>
              </a:rPr>
              <a:pPr algn="r"/>
              <a:t>‹#›</a:t>
            </a:fld>
            <a:endParaRPr lang="en-US" altLang="ja-JP" sz="110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D1B6A-4646-44AF-ADE8-CF2BF6338C32}"/>
              </a:ext>
            </a:extLst>
          </p:cNvPr>
          <p:cNvSpPr txBox="1">
            <a:spLocks/>
          </p:cNvSpPr>
          <p:nvPr/>
        </p:nvSpPr>
        <p:spPr>
          <a:xfrm>
            <a:off x="113064" y="6438757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>
                <a:solidFill>
                  <a:schemeClr val="tx1"/>
                </a:solidFill>
              </a:rPr>
              <a:t>Copyright ©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4170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9171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917" y="952973"/>
            <a:ext cx="4311191" cy="4574576"/>
          </a:xfrm>
          <a:prstGeom prst="rect">
            <a:avLst/>
          </a:prstGeom>
        </p:spPr>
      </p:pic>
      <p:sp>
        <p:nvSpPr>
          <p:cNvPr id="3" name="TextBox 12"/>
          <p:cNvSpPr/>
          <p:nvPr/>
        </p:nvSpPr>
        <p:spPr>
          <a:xfrm>
            <a:off x="558800" y="6528816"/>
            <a:ext cx="8890000" cy="203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ja-JP" altLang="en-US" sz="800" u="none" dirty="0">
                <a:solidFill>
                  <a:srgbClr val="404040"/>
                </a:solidFill>
                <a:uFill>
                  <a:solidFill>
                    <a:srgbClr val="00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2025 Accenture. All rights reserved.</a:t>
            </a:r>
            <a:endParaRPr lang="ja-JP" sz="800" dirty="0"/>
          </a:p>
        </p:txBody>
      </p:sp>
      <p:sp>
        <p:nvSpPr>
          <p:cNvPr id="4" name="shape_1"/>
          <p:cNvSpPr>
            <a:spLocks noGrp="1"/>
          </p:cNvSpPr>
          <p:nvPr>
            <p:ph type="title" idx="102" hasCustomPrompt="1"/>
          </p:nvPr>
        </p:nvSpPr>
        <p:spPr>
          <a:xfrm>
            <a:off x="558800" y="2324102"/>
            <a:ext cx="6629400" cy="1714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3600" u="none" dirty="0">
                <a:uFill>
                  <a:solidFill>
                    <a:srgbClr val="000000"/>
                  </a:solidFill>
                </a:uFill>
              </a:defRPr>
            </a:lvl1pPr>
          </a:lstStyle>
          <a:p>
            <a:pPr marL="0" indent="0" algn="l">
              <a:buNone/>
            </a:pPr>
            <a:r>
              <a:rPr lang="ja-JP" altLang="en-US" sz="3600" u="none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サンプルタイトル</a:t>
            </a:r>
            <a:endParaRPr lang="ja-JP" sz="3600" dirty="0"/>
          </a:p>
        </p:txBody>
      </p:sp>
      <p:sp>
        <p:nvSpPr>
          <p:cNvPr id="5" name="shape_2"/>
          <p:cNvSpPr/>
          <p:nvPr/>
        </p:nvSpPr>
        <p:spPr>
          <a:xfrm>
            <a:off x="558802" y="5717829"/>
            <a:ext cx="5372100" cy="3447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7581"/>
            <a:ext cx="472440" cy="2187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381004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828801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491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78" r:id="rId2"/>
    <p:sldLayoutId id="2147483854" r:id="rId3"/>
  </p:sldLayoutIdLst>
  <p:hf hdr="0" ftr="0" dt="0"/>
  <p:txStyles>
    <p:titleStyle>
      <a:lvl1pPr marL="0" indent="0" algn="l" defTabSz="914256" rtl="0" eaLnBrk="1" latinLnBrk="0" hangingPunct="1">
        <a:lnSpc>
          <a:spcPct val="70000"/>
        </a:lnSpc>
        <a:spcBef>
          <a:spcPct val="0"/>
        </a:spcBef>
        <a:buNone/>
        <a:defRPr kumimoji="1" sz="3999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56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kumimoji="1" sz="1801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256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kumimoji="1"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256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73010" indent="-169834" algn="l" defTabSz="9142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346019" indent="-177773" algn="l" defTabSz="9142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kumimoji="1"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512681" indent="-173010" algn="l" defTabSz="91425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256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kumimoji="1"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256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801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25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256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4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9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8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766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199893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022" algn="l" defTabSz="91425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7" orient="horz" pos="40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568800"/>
            <a:ext cx="11430000" cy="590400"/>
          </a:xfrm>
          <a:prstGeom prst="rect">
            <a:avLst/>
          </a:prstGeom>
        </p:spPr>
        <p:txBody>
          <a:bodyPr vert="horz" lIns="4680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423686"/>
            <a:ext cx="11430000" cy="5091415"/>
          </a:xfrm>
          <a:prstGeom prst="rect">
            <a:avLst/>
          </a:prstGeom>
        </p:spPr>
        <p:txBody>
          <a:bodyPr vert="horz" lIns="0" tIns="91440" rIns="4680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7BFAAF-C2DE-4E2E-BE2E-827F487E73C5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BEE50C6-16AD-4CAD-99E4-0903C5A0359A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6" name="Rectangle 97">
            <a:extLst>
              <a:ext uri="{FF2B5EF4-FFF2-40B4-BE49-F238E27FC236}">
                <a16:creationId xmlns:a16="http://schemas.microsoft.com/office/drawing/2014/main" id="{E87830E9-2EED-4C4C-93B7-A08A8BA20F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6F6AD03-025C-4E8A-9768-3CA3A86B6247}"/>
              </a:ext>
            </a:extLst>
          </p:cNvPr>
          <p:cNvCxnSpPr>
            <a:cxnSpLocks/>
          </p:cNvCxnSpPr>
          <p:nvPr userDrawn="1"/>
        </p:nvCxnSpPr>
        <p:spPr>
          <a:xfrm flipH="1">
            <a:off x="381001" y="1160021"/>
            <a:ext cx="11430000" cy="0"/>
          </a:xfrm>
          <a:prstGeom prst="line">
            <a:avLst/>
          </a:prstGeom>
          <a:ln>
            <a:solidFill>
              <a:srgbClr val="00D7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3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20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57" r:id="rId10"/>
    <p:sldLayoutId id="2147483858" r:id="rId11"/>
  </p:sldLayoutIdLst>
  <p:hf hdr="0" ftr="0" dt="0"/>
  <p:txStyles>
    <p:titleStyle>
      <a:lvl1pPr marL="0" indent="0" algn="l" defTabSz="914376" rtl="0" eaLnBrk="1" latinLnBrk="0" hangingPunct="1">
        <a:lnSpc>
          <a:spcPct val="10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55561" indent="0" algn="l" defTabSz="914376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6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4" indent="-171446" algn="l" defTabSz="91437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6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6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1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6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4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1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6" orient="horz" pos="240" userDrawn="1">
          <p15:clr>
            <a:srgbClr val="F26B43"/>
          </p15:clr>
        </p15:guide>
        <p15:guide id="17" orient="horz" pos="410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568800"/>
            <a:ext cx="11430000" cy="591555"/>
          </a:xfrm>
          <a:prstGeom prst="rect">
            <a:avLst/>
          </a:prstGeom>
        </p:spPr>
        <p:txBody>
          <a:bodyPr vert="horz" lIns="4680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423686"/>
            <a:ext cx="11430000" cy="5091415"/>
          </a:xfrm>
          <a:prstGeom prst="rect">
            <a:avLst/>
          </a:prstGeom>
        </p:spPr>
        <p:txBody>
          <a:bodyPr vert="horz" lIns="0" tIns="91440" rIns="4680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7BFAAF-C2DE-4E2E-BE2E-827F487E73C5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BEE50C6-16AD-4CAD-99E4-0903C5A0359A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6" name="Rectangle 97">
            <a:extLst>
              <a:ext uri="{FF2B5EF4-FFF2-40B4-BE49-F238E27FC236}">
                <a16:creationId xmlns:a16="http://schemas.microsoft.com/office/drawing/2014/main" id="{E87830E9-2EED-4C4C-93B7-A08A8BA20F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C2C015D-596C-494A-B5B6-AA5BAB82380B}"/>
              </a:ext>
            </a:extLst>
          </p:cNvPr>
          <p:cNvCxnSpPr>
            <a:cxnSpLocks/>
          </p:cNvCxnSpPr>
          <p:nvPr userDrawn="1"/>
        </p:nvCxnSpPr>
        <p:spPr>
          <a:xfrm flipH="1">
            <a:off x="381001" y="1160021"/>
            <a:ext cx="11430000" cy="0"/>
          </a:xfrm>
          <a:prstGeom prst="line">
            <a:avLst/>
          </a:prstGeom>
          <a:ln>
            <a:solidFill>
              <a:srgbClr val="00D7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34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4" r:id="rId2"/>
    <p:sldLayoutId id="2147483825" r:id="rId3"/>
    <p:sldLayoutId id="2147483826" r:id="rId4"/>
    <p:sldLayoutId id="2147483856" r:id="rId5"/>
  </p:sldLayoutIdLst>
  <p:hf hdr="0" ftr="0" dt="0"/>
  <p:txStyles>
    <p:titleStyle>
      <a:lvl1pPr marL="0" indent="0" algn="l" defTabSz="914376" rtl="0" eaLnBrk="1" latinLnBrk="0" hangingPunct="1">
        <a:lnSpc>
          <a:spcPct val="10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55561" indent="0" algn="l" defTabSz="914376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6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4" indent="-171446" algn="l" defTabSz="91437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6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6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1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6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4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1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6" orient="horz" pos="240" userDrawn="1">
          <p15:clr>
            <a:srgbClr val="F26B43"/>
          </p15:clr>
        </p15:guide>
        <p15:guide id="17" orient="horz" pos="410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570373"/>
            <a:ext cx="11430000" cy="591555"/>
          </a:xfrm>
          <a:prstGeom prst="rect">
            <a:avLst/>
          </a:prstGeom>
        </p:spPr>
        <p:txBody>
          <a:bodyPr vert="horz" lIns="4680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423686"/>
            <a:ext cx="11430000" cy="5091415"/>
          </a:xfrm>
          <a:prstGeom prst="rect">
            <a:avLst/>
          </a:prstGeom>
        </p:spPr>
        <p:txBody>
          <a:bodyPr vert="horz" lIns="0" tIns="91440" rIns="46800" bIns="90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039A99B-8D41-48DF-B40E-6CAD16FCD2F6}"/>
              </a:ext>
            </a:extLst>
          </p:cNvPr>
          <p:cNvCxnSpPr>
            <a:cxnSpLocks/>
          </p:cNvCxnSpPr>
          <p:nvPr userDrawn="1"/>
        </p:nvCxnSpPr>
        <p:spPr>
          <a:xfrm flipH="1">
            <a:off x="381001" y="1160021"/>
            <a:ext cx="11430000" cy="0"/>
          </a:xfrm>
          <a:prstGeom prst="line">
            <a:avLst/>
          </a:prstGeom>
          <a:ln>
            <a:solidFill>
              <a:srgbClr val="00D7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7BFAAF-C2DE-4E2E-BE2E-827F487E73C5}"/>
              </a:ext>
            </a:extLst>
          </p:cNvPr>
          <p:cNvSpPr txBox="1">
            <a:spLocks/>
          </p:cNvSpPr>
          <p:nvPr userDrawn="1"/>
        </p:nvSpPr>
        <p:spPr>
          <a:xfrm>
            <a:off x="11512596" y="6508198"/>
            <a:ext cx="304800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100" b="0" smtClean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pPr/>
              <a:t>‹#›</a:t>
            </a:fld>
            <a:endParaRPr lang="en-US" sz="1100" b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BEE50C6-16AD-4CAD-99E4-0903C5A0359A}"/>
              </a:ext>
            </a:extLst>
          </p:cNvPr>
          <p:cNvSpPr txBox="1">
            <a:spLocks/>
          </p:cNvSpPr>
          <p:nvPr userDrawn="1"/>
        </p:nvSpPr>
        <p:spPr>
          <a:xfrm>
            <a:off x="389805" y="6528176"/>
            <a:ext cx="5715001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Copyright ©  Accenture. All rights reserved.</a:t>
            </a:r>
          </a:p>
        </p:txBody>
      </p:sp>
      <p:sp>
        <p:nvSpPr>
          <p:cNvPr id="16" name="Rectangle 97">
            <a:extLst>
              <a:ext uri="{FF2B5EF4-FFF2-40B4-BE49-F238E27FC236}">
                <a16:creationId xmlns:a16="http://schemas.microsoft.com/office/drawing/2014/main" id="{E87830E9-2EED-4C4C-93B7-A08A8BA20F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83769" y="6528176"/>
            <a:ext cx="4228828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85" tIns="46793" rIns="89985" bIns="46793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ja-JP" altLang="en-US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***</a:t>
            </a:r>
            <a:r>
              <a:rPr lang="en-US" altLang="ja-JP" sz="1100" b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130358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59" r:id="rId4"/>
  </p:sldLayoutIdLst>
  <p:hf hdr="0" ftr="0" dt="0"/>
  <p:txStyles>
    <p:titleStyle>
      <a:lvl1pPr marL="0" indent="0" algn="l" defTabSz="914376" rtl="0" eaLnBrk="1" latinLnBrk="0" hangingPunct="1">
        <a:lnSpc>
          <a:spcPct val="10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55561" indent="0" algn="l" defTabSz="914376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6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4" indent="-171446" algn="l" defTabSz="91437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6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6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6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1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6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6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4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1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6" orient="horz" pos="240" userDrawn="1">
          <p15:clr>
            <a:srgbClr val="F26B43"/>
          </p15:clr>
        </p15:guide>
        <p15:guide id="17" orient="horz" pos="411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6F6A939F-45A1-4DA0-A83F-585FC3CA5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945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897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kumimoji="1" sz="4000" b="1" kern="1200" cap="all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kumimoji="1" sz="1800" b="1" kern="1200" cap="all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kumimoji="1"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  <p15:guide id="17" userDrawn="1">
          <p15:clr>
            <a:srgbClr val="F26B43"/>
          </p15:clr>
        </p15:guide>
        <p15:guide id="18" orient="horz" pos="240" userDrawn="1">
          <p15:clr>
            <a:srgbClr val="F26B43"/>
          </p15:clr>
        </p15:guide>
        <p15:guide id="19" orient="horz" userDrawn="1">
          <p15:clr>
            <a:srgbClr val="F26B43"/>
          </p15:clr>
        </p15:guide>
        <p15:guide id="20" pos="7680" userDrawn="1">
          <p15:clr>
            <a:srgbClr val="F26B43"/>
          </p15:clr>
        </p15:guide>
        <p15:guide id="21" pos="240" userDrawn="1">
          <p15:clr>
            <a:srgbClr val="F26B43"/>
          </p15:clr>
        </p15:guide>
        <p15:guide id="22" orient="horz" pos="4224" userDrawn="1">
          <p15:clr>
            <a:srgbClr val="F26B43"/>
          </p15:clr>
        </p15:guide>
        <p15:guide id="23" pos="7440" userDrawn="1">
          <p15:clr>
            <a:srgbClr val="F26B43"/>
          </p15:clr>
        </p15:guide>
        <p15:guide id="24" orient="horz" pos="409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11430000" cy="549298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CDE7665-7D91-4090-AF8D-B5BC2093A59B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2"/>
                </a:solidFill>
              </a:rPr>
              <a:pPr algn="r"/>
              <a:t>‹#›</a:t>
            </a:fld>
            <a:endParaRPr lang="en-US" altLang="ja-JP" sz="1100">
              <a:solidFill>
                <a:schemeClr val="tx2"/>
              </a:solidFill>
            </a:endParaRPr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E5EA05CE-1CB2-4ECA-8971-00880F920D69}"/>
              </a:ext>
            </a:extLst>
          </p:cNvPr>
          <p:cNvCxnSpPr/>
          <p:nvPr/>
        </p:nvCxnSpPr>
        <p:spPr>
          <a:xfrm>
            <a:off x="381000" y="1244600"/>
            <a:ext cx="11811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A100FF"/>
                </a:gs>
                <a:gs pos="100000">
                  <a:srgbClr val="46007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4C3D8483-36B7-4E24-BC9C-FCE992FCAE92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85" name="Rectangle 97">
            <a:extLst>
              <a:ext uri="{FF2B5EF4-FFF2-40B4-BE49-F238E27FC236}">
                <a16:creationId xmlns:a16="http://schemas.microsoft.com/office/drawing/2014/main" id="{2B2A3ADE-5767-4ADD-974B-41363D80F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3551041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</p:sldLayoutIdLst>
  <p:hf hdr="0" ftr="0" dt="0"/>
  <p:txStyles>
    <p:titleStyle>
      <a:lvl1pPr marL="0" indent="0" algn="l" defTabSz="914377" rtl="0" eaLnBrk="1" latinLnBrk="0" hangingPunct="1">
        <a:lnSpc>
          <a:spcPct val="100000"/>
        </a:lnSpc>
        <a:spcBef>
          <a:spcPct val="0"/>
        </a:spcBef>
        <a:buNone/>
        <a:defRPr kumimoji="1" sz="3200" b="1" kern="1200" cap="none" baseline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kumimoji="1" sz="2400" b="1" kern="1200" cap="none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kumimoji="1"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17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B7C2903-E4D6-49F4-92BB-C16FA1EEB36A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2"/>
                </a:solidFill>
              </a:rPr>
              <a:pPr algn="r"/>
              <a:t>‹#›</a:t>
            </a:fld>
            <a:endParaRPr lang="en-US" altLang="ja-JP" sz="1100">
              <a:solidFill>
                <a:schemeClr val="tx2"/>
              </a:solidFill>
            </a:endParaRP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9A0D8808-10E2-4BE4-8253-C6BAEAD69687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2"/>
                </a:solidFill>
              </a:rPr>
              <a:pPr algn="r"/>
              <a:t>‹#›</a:t>
            </a:fld>
            <a:endParaRPr lang="en-US" altLang="ja-JP" sz="1100">
              <a:solidFill>
                <a:schemeClr val="tx2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3F2C33-919E-4BE0-88B5-F929ED16EB7F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7" name="Rectangle 97">
            <a:extLst>
              <a:ext uri="{FF2B5EF4-FFF2-40B4-BE49-F238E27FC236}">
                <a16:creationId xmlns:a16="http://schemas.microsoft.com/office/drawing/2014/main" id="{AE1E59F6-A9F3-4D9E-939F-9E0888C0D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126714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kumimoji="1" sz="4000" b="1" kern="1200" cap="all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kumimoji="1" sz="1800" b="1" kern="1200" cap="all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kumimoji="1"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11430000" cy="549298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CDE7665-7D91-4090-AF8D-B5BC2093A59B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2"/>
                </a:solidFill>
              </a:rPr>
              <a:pPr algn="r"/>
              <a:t>‹#›</a:t>
            </a:fld>
            <a:endParaRPr lang="en-US" altLang="ja-JP" sz="1100">
              <a:solidFill>
                <a:schemeClr val="tx2"/>
              </a:solidFill>
            </a:endParaRPr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E5EA05CE-1CB2-4ECA-8971-00880F920D69}"/>
              </a:ext>
            </a:extLst>
          </p:cNvPr>
          <p:cNvCxnSpPr/>
          <p:nvPr/>
        </p:nvCxnSpPr>
        <p:spPr>
          <a:xfrm>
            <a:off x="381000" y="1244600"/>
            <a:ext cx="11811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A100FF"/>
                </a:gs>
                <a:gs pos="100000">
                  <a:srgbClr val="46007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4C3D8483-36B7-4E24-BC9C-FCE992FCAE92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85" name="Rectangle 97">
            <a:extLst>
              <a:ext uri="{FF2B5EF4-FFF2-40B4-BE49-F238E27FC236}">
                <a16:creationId xmlns:a16="http://schemas.microsoft.com/office/drawing/2014/main" id="{2B2A3ADE-5767-4ADD-974B-41363D80F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296139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</p:sldLayoutIdLst>
  <p:hf hdr="0" ftr="0" dt="0"/>
  <p:txStyles>
    <p:titleStyle>
      <a:lvl1pPr marL="0" indent="0" algn="l" defTabSz="914377" rtl="0" eaLnBrk="1" latinLnBrk="0" hangingPunct="1">
        <a:lnSpc>
          <a:spcPct val="100000"/>
        </a:lnSpc>
        <a:spcBef>
          <a:spcPct val="0"/>
        </a:spcBef>
        <a:buNone/>
        <a:defRPr kumimoji="1" sz="3200" b="1" kern="1200" cap="none" baseline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kumimoji="1" sz="2400" b="1" kern="1200" cap="none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kumimoji="1"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17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B7C2903-E4D6-49F4-92BB-C16FA1EEB36A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2"/>
                </a:solidFill>
              </a:rPr>
              <a:pPr algn="r"/>
              <a:t>‹#›</a:t>
            </a:fld>
            <a:endParaRPr lang="en-US" altLang="ja-JP" sz="1100">
              <a:solidFill>
                <a:schemeClr val="tx2"/>
              </a:solidFill>
            </a:endParaRP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9A0D8808-10E2-4BE4-8253-C6BAEAD69687}"/>
              </a:ext>
            </a:extLst>
          </p:cNvPr>
          <p:cNvSpPr txBox="1">
            <a:spLocks/>
          </p:cNvSpPr>
          <p:nvPr/>
        </p:nvSpPr>
        <p:spPr>
          <a:xfrm>
            <a:off x="10717170" y="6551866"/>
            <a:ext cx="1361766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1F55162-B95B-4B0F-A405-E05B52F6D847}" type="slidenum">
              <a:rPr kumimoji="1" lang="ja-JP" altLang="en-US" smtClean="0">
                <a:solidFill>
                  <a:schemeClr val="tx2"/>
                </a:solidFill>
              </a:rPr>
              <a:pPr algn="r"/>
              <a:t>‹#›</a:t>
            </a:fld>
            <a:endParaRPr lang="en-US" altLang="ja-JP" sz="1100">
              <a:solidFill>
                <a:schemeClr val="tx2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3F2C33-919E-4BE0-88B5-F929ED16EB7F}"/>
              </a:ext>
            </a:extLst>
          </p:cNvPr>
          <p:cNvSpPr txBox="1">
            <a:spLocks/>
          </p:cNvSpPr>
          <p:nvPr/>
        </p:nvSpPr>
        <p:spPr>
          <a:xfrm>
            <a:off x="113064" y="6454523"/>
            <a:ext cx="4684086" cy="3651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kumimoji="1"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kumimoji="1"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Accenture. All rights reserved.</a:t>
            </a:r>
          </a:p>
        </p:txBody>
      </p:sp>
      <p:sp>
        <p:nvSpPr>
          <p:cNvPr id="7" name="Rectangle 97">
            <a:extLst>
              <a:ext uri="{FF2B5EF4-FFF2-40B4-BE49-F238E27FC236}">
                <a16:creationId xmlns:a16="http://schemas.microsoft.com/office/drawing/2014/main" id="{AE1E59F6-A9F3-4D9E-939F-9E0888C0D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673" y="6456032"/>
            <a:ext cx="4228828" cy="3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***</a:t>
            </a:r>
            <a:r>
              <a:rPr kumimoji="0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</a:rPr>
              <a:t>Confidential - For Company Internal Use Only*** </a:t>
            </a:r>
          </a:p>
        </p:txBody>
      </p:sp>
    </p:spTree>
    <p:extLst>
      <p:ext uri="{BB962C8B-B14F-4D97-AF65-F5344CB8AC3E}">
        <p14:creationId xmlns:p14="http://schemas.microsoft.com/office/powerpoint/2010/main" val="350320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kumimoji="1" sz="4000" b="1" kern="1200" cap="all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kumimoji="1" sz="1800" b="1" kern="1200" cap="all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kumimoji="1"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7581"/>
            <a:ext cx="472440" cy="2187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5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5" Type="http://schemas.openxmlformats.org/officeDocument/2006/relationships/hyperlink" Target="https://www.python.org/downloads/" TargetMode="External"/><Relationship Id="rId4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hub.jp/blogs/235" TargetMode="External"/><Relationship Id="rId2" Type="http://schemas.openxmlformats.org/officeDocument/2006/relationships/hyperlink" Target="https://code.visualstudio.com/docs/?dv=win64user" TargetMode="Externa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hyperlink" Target="https://m365.cloud.microsoft/" TargetMode="External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n.accenture.com/digitalworker/toolkit/microsoft-365-copilot/" TargetMode="Externa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hyperlink" Target="https://acnchat.peerworker.ai/" TargetMode="External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1"/>
          <p:cNvSpPr>
            <a:spLocks noGrp="1"/>
          </p:cNvSpPr>
          <p:nvPr>
            <p:ph type="title" idx="102" hasCustomPrompt="1"/>
            <p:custDataLst>
              <p:tags r:id="rId2"/>
            </p:custDataLst>
          </p:nvPr>
        </p:nvSpPr>
        <p:spPr>
          <a:xfrm>
            <a:off x="558800" y="2324102"/>
            <a:ext cx="6629400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ja-JP" altLang="en-US" sz="3600" b="1" u="none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Python×生成AI ハンズオン</a:t>
            </a:r>
            <a:br>
              <a:rPr lang="en-US" altLang="ja-JP" sz="3600" b="1" u="none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Meiryo UI" pitchFamily="34" charset="0"/>
                <a:ea typeface="Meiryo UI" pitchFamily="34" charset="-122"/>
                <a:cs typeface="Meiryo UI" pitchFamily="34" charset="-120"/>
              </a:rPr>
            </a:br>
            <a:r>
              <a:rPr lang="ja-JP" altLang="en-US" sz="3600" b="1" u="none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事前準備編</a:t>
            </a:r>
            <a:endParaRPr lang="ja-JP" sz="3600" dirty="0"/>
          </a:p>
        </p:txBody>
      </p:sp>
      <p:sp>
        <p:nvSpPr>
          <p:cNvPr id="3" name="shape_2"/>
          <p:cNvSpPr/>
          <p:nvPr>
            <p:custDataLst>
              <p:tags r:id="rId3"/>
            </p:custDataLst>
          </p:nvPr>
        </p:nvSpPr>
        <p:spPr>
          <a:xfrm>
            <a:off x="558800" y="571502"/>
            <a:ext cx="6629400" cy="469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Robot for Everyone</a:t>
            </a:r>
            <a:endParaRPr lang="en-US" sz="2400" dirty="0"/>
          </a:p>
        </p:txBody>
      </p:sp>
      <p:sp>
        <p:nvSpPr>
          <p:cNvPr id="4" name="shape_3"/>
          <p:cNvSpPr/>
          <p:nvPr>
            <p:custDataLst>
              <p:tags r:id="rId4"/>
            </p:custDataLst>
          </p:nvPr>
        </p:nvSpPr>
        <p:spPr>
          <a:xfrm>
            <a:off x="558802" y="5359401"/>
            <a:ext cx="5372100" cy="3429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2025/1</a:t>
            </a:r>
            <a:r>
              <a:rPr lang="en-US" altLang="ja-JP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r>
              <a:rPr lang="ja-JP" altLang="en-US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</a:t>
            </a:r>
            <a:r>
              <a:rPr lang="en-US" altLang="ja-JP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shape_4"/>
          <p:cNvSpPr/>
          <p:nvPr>
            <p:custDataLst>
              <p:tags r:id="rId5"/>
            </p:custDataLst>
          </p:nvPr>
        </p:nvSpPr>
        <p:spPr>
          <a:xfrm>
            <a:off x="558802" y="5704114"/>
            <a:ext cx="5372100" cy="3429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アクセンチュア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7581"/>
            <a:ext cx="472440" cy="2187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z="8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pPr algn="r"/>
              <a:t>0</a:t>
            </a:fld>
            <a:endParaRPr lang="en-US" sz="80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2EFC68F2-F688-90C2-3CE7-9884958583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7355" y="1446642"/>
            <a:ext cx="7787148" cy="3567804"/>
          </a:xfrm>
        </p:spPr>
        <p:txBody>
          <a:bodyPr>
            <a:normAutofit/>
          </a:bodyPr>
          <a:lstStyle/>
          <a:p>
            <a:r>
              <a:rPr lang="en-US" altLang="ja-JP" dirty="0"/>
              <a:t>Python</a:t>
            </a:r>
            <a:r>
              <a:rPr lang="ja-JP" altLang="en-US" dirty="0"/>
              <a:t>インストールの事前確認</a:t>
            </a:r>
          </a:p>
          <a:p>
            <a:r>
              <a:rPr lang="en-US" altLang="ja-JP" dirty="0"/>
              <a:t>Python</a:t>
            </a:r>
            <a:r>
              <a:rPr lang="ja-JP" altLang="en-US" dirty="0"/>
              <a:t>インストール</a:t>
            </a:r>
          </a:p>
          <a:p>
            <a:r>
              <a:rPr lang="en-US" altLang="ja-JP" dirty="0"/>
              <a:t>Python</a:t>
            </a:r>
            <a:r>
              <a:rPr lang="ja-JP" altLang="en-US" dirty="0"/>
              <a:t>アンインストール</a:t>
            </a:r>
          </a:p>
          <a:p>
            <a:r>
              <a:rPr lang="en-US" altLang="ja-JP" dirty="0" err="1"/>
              <a:t>VSCode</a:t>
            </a:r>
            <a:r>
              <a:rPr lang="ja-JP" altLang="en-US" dirty="0"/>
              <a:t>インストール</a:t>
            </a:r>
          </a:p>
          <a:p>
            <a:r>
              <a:rPr lang="en-US" altLang="ja-JP" dirty="0"/>
              <a:t>M365 Copilot</a:t>
            </a:r>
            <a:r>
              <a:rPr lang="ja-JP" altLang="en-US" dirty="0"/>
              <a:t>の利用確認</a:t>
            </a:r>
          </a:p>
          <a:p>
            <a:r>
              <a:rPr lang="en-US" altLang="ja-JP" dirty="0"/>
              <a:t>ACN Chat</a:t>
            </a:r>
            <a:r>
              <a:rPr lang="ja-JP" altLang="en-US" dirty="0"/>
              <a:t>の利用確認</a:t>
            </a:r>
          </a:p>
          <a:p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70588B-1424-3612-1B89-844B5B6D2961}"/>
              </a:ext>
            </a:extLst>
          </p:cNvPr>
          <p:cNvSpPr txBox="1"/>
          <p:nvPr/>
        </p:nvSpPr>
        <p:spPr>
          <a:xfrm>
            <a:off x="1128573" y="5142053"/>
            <a:ext cx="4967427" cy="784830"/>
          </a:xfrm>
          <a:prstGeom prst="rect">
            <a:avLst/>
          </a:prstGeom>
          <a:solidFill>
            <a:srgbClr val="FFFF66"/>
          </a:solidFill>
          <a:ln>
            <a:solidFill>
              <a:schemeClr val="accent1"/>
            </a:solidFill>
          </a:ln>
        </p:spPr>
        <p:txBody>
          <a:bodyPr wrap="square" lIns="0" tIns="0" rIns="0" bIns="45720" rtlCol="0">
            <a:spAutoFit/>
          </a:bodyPr>
          <a:lstStyle/>
          <a:p>
            <a:r>
              <a:rPr lang="en-US" altLang="ja-JP" sz="1600" dirty="0">
                <a:latin typeface="+mn-ea"/>
              </a:rPr>
              <a:t>1</a:t>
            </a:r>
            <a:r>
              <a:rPr lang="ja-JP" altLang="en-US" sz="1600" dirty="0">
                <a:latin typeface="+mn-ea"/>
              </a:rPr>
              <a:t>～</a:t>
            </a:r>
            <a:r>
              <a:rPr lang="en-US" altLang="ja-JP" sz="1600" dirty="0">
                <a:latin typeface="+mn-ea"/>
              </a:rPr>
              <a:t>4</a:t>
            </a:r>
            <a:r>
              <a:rPr lang="ja-JP" altLang="en-US" sz="1600" dirty="0">
                <a:latin typeface="+mn-ea"/>
              </a:rPr>
              <a:t>は、</a:t>
            </a:r>
            <a:r>
              <a:rPr lang="en-US" altLang="ja-JP" sz="1600" dirty="0" err="1">
                <a:latin typeface="+mn-ea"/>
              </a:rPr>
              <a:t>Training_CoE</a:t>
            </a:r>
            <a:r>
              <a:rPr lang="ja-JP" altLang="en-US" sz="1600" dirty="0">
                <a:latin typeface="+mn-ea"/>
              </a:rPr>
              <a:t>作成の</a:t>
            </a:r>
            <a:endParaRPr lang="en-US" altLang="ja-JP" sz="1600" dirty="0">
              <a:latin typeface="+mn-ea"/>
            </a:endParaRPr>
          </a:p>
          <a:p>
            <a:r>
              <a:rPr lang="en-US" altLang="ja-JP" sz="1600" dirty="0">
                <a:latin typeface="+mn-ea"/>
              </a:rPr>
              <a:t>『PYT_01_TechBootCamp_Python</a:t>
            </a:r>
            <a:r>
              <a:rPr lang="ja-JP" altLang="en-US" sz="1600" dirty="0">
                <a:latin typeface="+mn-ea"/>
              </a:rPr>
              <a:t>入門</a:t>
            </a:r>
            <a:r>
              <a:rPr lang="en-US" altLang="ja-JP" sz="1600" dirty="0">
                <a:latin typeface="+mn-ea"/>
              </a:rPr>
              <a:t>』</a:t>
            </a:r>
          </a:p>
          <a:p>
            <a:r>
              <a:rPr lang="ja-JP" altLang="en-US" sz="1600" dirty="0">
                <a:latin typeface="+mn-ea"/>
              </a:rPr>
              <a:t>を参考にしています。</a:t>
            </a:r>
            <a:endParaRPr kumimoji="1" lang="ja-JP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294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A7C1223-F2A6-272C-9DAC-FBF73BAA5974}"/>
              </a:ext>
            </a:extLst>
          </p:cNvPr>
          <p:cNvGrpSpPr/>
          <p:nvPr/>
        </p:nvGrpSpPr>
        <p:grpSpPr>
          <a:xfrm>
            <a:off x="6657119" y="1962630"/>
            <a:ext cx="5153880" cy="1400759"/>
            <a:chOff x="6259771" y="3336948"/>
            <a:chExt cx="5153880" cy="140075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D962654E-FE19-4941-9220-8DD9A46B3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9771" y="3336948"/>
              <a:ext cx="5153880" cy="1400759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F9CF5FB-9BF1-2E58-C11B-7A4E1F7F2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3443" y="4101912"/>
              <a:ext cx="1405321" cy="205379"/>
            </a:xfrm>
            <a:prstGeom prst="rect">
              <a:avLst/>
            </a:prstGeom>
          </p:spPr>
        </p:pic>
      </p:grpSp>
      <p:sp>
        <p:nvSpPr>
          <p:cNvPr id="14" name="Rectangle 12">
            <a:extLst>
              <a:ext uri="{FF2B5EF4-FFF2-40B4-BE49-F238E27FC236}">
                <a16:creationId xmlns:a16="http://schemas.microsoft.com/office/drawing/2014/main" id="{1BCB444F-06F6-4D27-96E2-CD59D6CD7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86" y="1890054"/>
            <a:ext cx="5770028" cy="424238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 anchor="t"/>
          <a:lstStyle/>
          <a:p>
            <a:pPr>
              <a:spcAft>
                <a:spcPts val="600"/>
              </a:spcAft>
            </a:pPr>
            <a:r>
              <a:rPr lang="ja-JP" altLang="ja-JP" sz="2400" b="1" dirty="0"/>
              <a:t>手順1:</a:t>
            </a:r>
            <a:r>
              <a:rPr lang="ja-JP" altLang="en-US" sz="2400" b="1" dirty="0"/>
              <a:t> </a:t>
            </a:r>
            <a:r>
              <a:rPr lang="ja-JP" altLang="en-US" sz="2400" b="1" dirty="0">
                <a:latin typeface="+mj-lt"/>
              </a:rPr>
              <a:t>バージョンの確認</a:t>
            </a:r>
            <a:endParaRPr lang="en-US" altLang="ja-JP" sz="2400" dirty="0">
              <a:latin typeface="+mn-ea"/>
            </a:endParaRPr>
          </a:p>
          <a:p>
            <a:pPr marL="359410" indent="-359410">
              <a:spcAft>
                <a:spcPts val="6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</a:rPr>
              <a:t>コマンドプロンプトを開く</a:t>
            </a:r>
            <a:br>
              <a:rPr lang="en-US" altLang="ja-JP" dirty="0">
                <a:latin typeface="+mn-ea"/>
              </a:rPr>
            </a:br>
            <a:r>
              <a:rPr lang="en-US" altLang="ja-JP" dirty="0">
                <a:latin typeface="+mn-ea"/>
              </a:rPr>
              <a:t>Windows</a:t>
            </a:r>
            <a:r>
              <a:rPr lang="ja-JP" altLang="en-US">
                <a:latin typeface="+mn-ea"/>
              </a:rPr>
              <a:t>検索→</a:t>
            </a:r>
            <a:r>
              <a:rPr lang="en-US" altLang="ja-JP" dirty="0">
                <a:latin typeface="+mn-ea"/>
              </a:rPr>
              <a:t>”</a:t>
            </a:r>
            <a:r>
              <a:rPr lang="en-US" altLang="ja-JP" dirty="0" err="1">
                <a:latin typeface="+mn-ea"/>
              </a:rPr>
              <a:t>cmd</a:t>
            </a:r>
            <a:r>
              <a:rPr lang="en-US" altLang="ja-JP" dirty="0">
                <a:latin typeface="+mn-ea"/>
              </a:rPr>
              <a:t>”</a:t>
            </a:r>
            <a:r>
              <a:rPr lang="ja-JP" altLang="en-US">
                <a:latin typeface="+mn-ea"/>
              </a:rPr>
              <a:t>→</a:t>
            </a:r>
            <a:r>
              <a:rPr lang="en-US" altLang="ja-JP" dirty="0">
                <a:latin typeface="+mn-ea"/>
              </a:rPr>
              <a:t>Enter</a:t>
            </a:r>
          </a:p>
          <a:p>
            <a:pPr marL="359410" indent="-359410">
              <a:spcAft>
                <a:spcPts val="6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</a:rPr>
              <a:t>バージョン確認</a:t>
            </a:r>
            <a:br>
              <a:rPr lang="en-US" altLang="ja-JP" dirty="0">
                <a:latin typeface="+mn-ea"/>
              </a:rPr>
            </a:br>
            <a:r>
              <a:rPr lang="en-US" altLang="ja-JP" dirty="0">
                <a:latin typeface="+mn-ea"/>
              </a:rPr>
              <a:t>“python -V”</a:t>
            </a:r>
            <a:r>
              <a:rPr lang="ja-JP" altLang="en-US">
                <a:latin typeface="+mn-ea"/>
              </a:rPr>
              <a:t> と入力</a:t>
            </a:r>
            <a:r>
              <a:rPr lang="en-US" altLang="ja-JP" dirty="0">
                <a:latin typeface="+mn-ea"/>
              </a:rPr>
              <a:t>(V</a:t>
            </a:r>
            <a:r>
              <a:rPr lang="ja-JP" altLang="en-US">
                <a:latin typeface="+mn-ea"/>
              </a:rPr>
              <a:t>は大文字</a:t>
            </a:r>
            <a:r>
              <a:rPr lang="en-US" altLang="ja-JP" dirty="0">
                <a:latin typeface="+mn-ea"/>
              </a:rPr>
              <a:t>)</a:t>
            </a:r>
          </a:p>
          <a:p>
            <a:pPr marL="359410" indent="-359410">
              <a:spcAft>
                <a:spcPts val="6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</a:rPr>
              <a:t>結果判定</a:t>
            </a:r>
            <a:br>
              <a:rPr lang="en-US" altLang="ja-JP" dirty="0">
                <a:latin typeface="+mn-ea"/>
              </a:rPr>
            </a:br>
            <a:r>
              <a:rPr lang="ja-JP" altLang="en-US" dirty="0"/>
              <a:t>✅</a:t>
            </a:r>
            <a:r>
              <a:rPr lang="en-US" altLang="ja-JP" dirty="0">
                <a:latin typeface="+mn-ea"/>
              </a:rPr>
              <a:t>Python 3.13.4</a:t>
            </a:r>
            <a:r>
              <a:rPr lang="ja-JP" altLang="en-US" dirty="0">
                <a:latin typeface="+mn-ea"/>
              </a:rPr>
              <a:t>：</a:t>
            </a:r>
            <a:br>
              <a:rPr lang="en-US" altLang="ja-JP" dirty="0">
                <a:latin typeface="+mn-ea"/>
              </a:rPr>
            </a:br>
            <a:r>
              <a:rPr lang="ja-JP" altLang="en-US">
                <a:latin typeface="+mn-ea"/>
              </a:rPr>
              <a:t>　 　→「</a:t>
            </a:r>
            <a:r>
              <a:rPr lang="en-US" altLang="ja-JP" dirty="0">
                <a:latin typeface="+mn-ea"/>
              </a:rPr>
              <a:t>4. </a:t>
            </a:r>
            <a:r>
              <a:rPr lang="en-US" altLang="ja-JP" dirty="0" err="1">
                <a:latin typeface="+mn-ea"/>
              </a:rPr>
              <a:t>VSCode</a:t>
            </a:r>
            <a:r>
              <a:rPr lang="ja-JP" altLang="en-US">
                <a:latin typeface="+mn-ea"/>
              </a:rPr>
              <a:t>インストール」へ</a:t>
            </a:r>
            <a:br>
              <a:rPr lang="en-US" altLang="ja-JP" dirty="0">
                <a:latin typeface="+mn-ea"/>
              </a:rPr>
            </a:br>
            <a:r>
              <a:rPr lang="ja-JP" altLang="en-US" dirty="0"/>
              <a:t>⚠️違うバージョン：</a:t>
            </a:r>
            <a:br>
              <a:rPr lang="en-US" altLang="ja-JP" dirty="0"/>
            </a:br>
            <a:r>
              <a:rPr lang="ja-JP" altLang="en-US" dirty="0"/>
              <a:t>　 　→「</a:t>
            </a:r>
            <a:r>
              <a:rPr lang="en-US" altLang="ja-JP" dirty="0"/>
              <a:t>3. Python</a:t>
            </a:r>
            <a:r>
              <a:rPr lang="ja-JP" altLang="en-US" dirty="0"/>
              <a:t>アンインストール」を参照してアンインストール→ 「</a:t>
            </a:r>
            <a:r>
              <a:rPr lang="en-US" altLang="ja-JP" dirty="0"/>
              <a:t>2. Python</a:t>
            </a:r>
            <a:r>
              <a:rPr lang="ja-JP" altLang="en-US" dirty="0"/>
              <a:t>インストール」へ</a:t>
            </a:r>
            <a:br>
              <a:rPr lang="en-US" altLang="ja-JP" dirty="0">
                <a:latin typeface="+mn-ea"/>
              </a:rPr>
            </a:br>
            <a:r>
              <a:rPr lang="ja-JP" altLang="en-US" dirty="0"/>
              <a:t>❌エラー表示：</a:t>
            </a:r>
            <a:br>
              <a:rPr lang="en-US" altLang="ja-JP" dirty="0"/>
            </a:br>
            <a:r>
              <a:rPr lang="ja-JP" altLang="en-US" dirty="0"/>
              <a:t>　 　→「</a:t>
            </a:r>
            <a:r>
              <a:rPr lang="en-US" altLang="ja-JP" dirty="0"/>
              <a:t>2. Python</a:t>
            </a:r>
            <a:r>
              <a:rPr lang="ja-JP" altLang="en-US" dirty="0"/>
              <a:t>インストール」へ</a:t>
            </a:r>
            <a:endParaRPr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65BB5-244C-48C7-B1AE-F072998E80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1"/>
            <a:ext cx="11429999" cy="639577"/>
          </a:xfrm>
        </p:spPr>
        <p:txBody>
          <a:bodyPr/>
          <a:lstStyle/>
          <a:p>
            <a:r>
              <a:rPr lang="en-US" altLang="ja-JP" b="0" dirty="0">
                <a:solidFill>
                  <a:prstClr val="black"/>
                </a:solidFill>
              </a:rPr>
              <a:t>Python</a:t>
            </a:r>
            <a:r>
              <a:rPr lang="ja-JP" altLang="en-US" b="0" dirty="0">
                <a:solidFill>
                  <a:prstClr val="black"/>
                </a:solidFill>
              </a:rPr>
              <a:t>のバージョンを確認する。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30461A-D19F-48A5-8944-2853B5D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Python</a:t>
            </a:r>
            <a:r>
              <a:rPr kumimoji="1" lang="ja-JP" altLang="en-US" dirty="0"/>
              <a:t>インストールの事前確認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502F8E2-5CBA-4314-B133-730031E6AC2D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39D46012-F4CF-43B9-A35A-85037AB30759}"/>
              </a:ext>
            </a:extLst>
          </p:cNvPr>
          <p:cNvSpPr txBox="1">
            <a:spLocks/>
          </p:cNvSpPr>
          <p:nvPr/>
        </p:nvSpPr>
        <p:spPr>
          <a:xfrm>
            <a:off x="381000" y="1185449"/>
            <a:ext cx="11429999" cy="512198"/>
          </a:xfrm>
          <a:prstGeom prst="rect">
            <a:avLst/>
          </a:prstGeom>
        </p:spPr>
        <p:txBody>
          <a:bodyPr>
            <a:noAutofit/>
          </a:bodyPr>
          <a:lstStyle>
            <a:lvl1pPr marL="55561" indent="0" algn="l" defTabSz="914376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4" indent="-17144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6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B8119A9B-A578-4DA9-82F6-A21F5ABB0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85" y="2073401"/>
            <a:ext cx="3000909" cy="360184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endParaRPr lang="ja-JP" altLang="en-US" u="sng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A93EFA7-6A99-43B9-8D0F-FBADEDF52BB2}"/>
              </a:ext>
            </a:extLst>
          </p:cNvPr>
          <p:cNvSpPr/>
          <p:nvPr/>
        </p:nvSpPr>
        <p:spPr>
          <a:xfrm>
            <a:off x="6657119" y="3701900"/>
            <a:ext cx="5143519" cy="25549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fontAlgn="base"/>
            <a:r>
              <a:rPr lang="ja-JP" altLang="en-US" sz="1600" dirty="0"/>
              <a:t>❌</a:t>
            </a:r>
            <a:r>
              <a:rPr kumimoji="1" lang="ja-JP" altLang="en-US" sz="1600" dirty="0">
                <a:latin typeface="+mj-ea"/>
                <a:ea typeface="+mj-ea"/>
              </a:rPr>
              <a:t>エラー表示の例</a:t>
            </a:r>
            <a:r>
              <a:rPr kumimoji="1" lang="en-US" altLang="ja-JP" sz="1600" dirty="0">
                <a:latin typeface="+mj-ea"/>
                <a:ea typeface="+mj-ea"/>
              </a:rPr>
              <a:t>:</a:t>
            </a:r>
          </a:p>
          <a:p>
            <a:pPr fontAlgn="base"/>
            <a:r>
              <a:rPr kumimoji="1" lang="en-US" altLang="ja-JP" sz="1600" dirty="0">
                <a:latin typeface="+mj-ea"/>
                <a:ea typeface="+mj-ea"/>
              </a:rPr>
              <a:t>Python</a:t>
            </a:r>
            <a:r>
              <a:rPr kumimoji="1" lang="ja-JP" altLang="en-US" sz="1600" dirty="0">
                <a:latin typeface="+mj-ea"/>
                <a:ea typeface="+mj-ea"/>
              </a:rPr>
              <a:t>がインストールされていないため、</a:t>
            </a:r>
            <a:r>
              <a:rPr lang="ja-JP" altLang="en-US" sz="1600" dirty="0"/>
              <a:t> 「</a:t>
            </a:r>
            <a:r>
              <a:rPr lang="en-US" altLang="ja-JP" sz="1600" dirty="0"/>
              <a:t>2. Python</a:t>
            </a:r>
            <a:r>
              <a:rPr lang="ja-JP" altLang="en-US" sz="1600" dirty="0"/>
              <a:t>インストール」の</a:t>
            </a:r>
            <a:r>
              <a:rPr kumimoji="1" lang="ja-JP" altLang="en-US" sz="1600" dirty="0">
                <a:latin typeface="+mj-ea"/>
                <a:ea typeface="+mj-ea"/>
              </a:rPr>
              <a:t>手順に従い、</a:t>
            </a:r>
            <a:r>
              <a:rPr kumimoji="1" lang="en-US" altLang="ja-JP" sz="1600" dirty="0">
                <a:latin typeface="+mj-ea"/>
                <a:ea typeface="+mj-ea"/>
              </a:rPr>
              <a:t>Python</a:t>
            </a:r>
            <a:r>
              <a:rPr kumimoji="1" lang="ja-JP" altLang="en-US" sz="1600" dirty="0">
                <a:latin typeface="+mj-ea"/>
                <a:ea typeface="+mj-ea"/>
              </a:rPr>
              <a:t>のインストールを実施する。</a:t>
            </a:r>
            <a:endParaRPr lang="ja-JP" altLang="ja-JP" sz="1600" dirty="0">
              <a:latin typeface="+mj-ea"/>
              <a:ea typeface="+mj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452EEB1-3D8B-4F08-B421-69E5385A0E49}"/>
              </a:ext>
            </a:extLst>
          </p:cNvPr>
          <p:cNvSpPr/>
          <p:nvPr/>
        </p:nvSpPr>
        <p:spPr>
          <a:xfrm>
            <a:off x="6725104" y="2948935"/>
            <a:ext cx="1504496" cy="205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57DDD69-6A81-4BA2-90E8-2F9E4AFBCADD}"/>
              </a:ext>
            </a:extLst>
          </p:cNvPr>
          <p:cNvSpPr/>
          <p:nvPr/>
        </p:nvSpPr>
        <p:spPr>
          <a:xfrm>
            <a:off x="6725104" y="5929867"/>
            <a:ext cx="3562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1D1C1D"/>
                </a:solidFill>
                <a:latin typeface="+mn-ea"/>
              </a:rPr>
              <a:t>※</a:t>
            </a:r>
            <a:r>
              <a:rPr lang="ja-JP" altLang="en-US" sz="1200" dirty="0">
                <a:solidFill>
                  <a:srgbClr val="1D1C1D"/>
                </a:solidFill>
                <a:latin typeface="+mn-ea"/>
              </a:rPr>
              <a:t>未インストールの場合の出力メッセージ（例）</a:t>
            </a:r>
            <a:endParaRPr lang="ja-JP" altLang="en-US" sz="1200" dirty="0">
              <a:latin typeface="+mn-ea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545091AA-E3CE-981D-FDD1-3809F002A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104" y="5377047"/>
            <a:ext cx="5007547" cy="55282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FC9DD778-C731-5CE8-6842-449036D9E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104" y="4726131"/>
            <a:ext cx="5007548" cy="552527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D9376F-243E-9B96-711B-C117B74DCE0E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311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D0C8511F-8202-DDF0-9D6D-F1F62B22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740" y="1876045"/>
            <a:ext cx="3095625" cy="30241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図 11" descr="テーブル">
            <a:extLst>
              <a:ext uri="{FF2B5EF4-FFF2-40B4-BE49-F238E27FC236}">
                <a16:creationId xmlns:a16="http://schemas.microsoft.com/office/drawing/2014/main" id="{D69BFC1A-B8F4-F3DE-B3E1-D078FC5C5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32" y="3641946"/>
            <a:ext cx="6103620" cy="27774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65BB5-244C-48C7-B1AE-F072998E80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1"/>
            <a:ext cx="11429999" cy="559982"/>
          </a:xfrm>
        </p:spPr>
        <p:txBody>
          <a:bodyPr/>
          <a:lstStyle/>
          <a:p>
            <a:pPr lvl="0">
              <a:defRPr/>
            </a:pPr>
            <a:r>
              <a:rPr lang="en-US" altLang="ja-JP" b="0" dirty="0">
                <a:solidFill>
                  <a:prstClr val="black"/>
                </a:solidFill>
              </a:rPr>
              <a:t>Python</a:t>
            </a:r>
            <a:r>
              <a:rPr lang="ja-JP" altLang="en-US" b="0" dirty="0">
                <a:solidFill>
                  <a:prstClr val="black"/>
                </a:solidFill>
              </a:rPr>
              <a:t>の公式サイトより、</a:t>
            </a:r>
            <a:r>
              <a:rPr lang="en-US" altLang="ja-JP" b="0" dirty="0">
                <a:solidFill>
                  <a:srgbClr val="FF0000"/>
                </a:solidFill>
              </a:rPr>
              <a:t>Python</a:t>
            </a:r>
            <a:r>
              <a:rPr lang="ja-JP" altLang="en-US" b="0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3.13.4 </a:t>
            </a:r>
            <a:r>
              <a:rPr lang="ja-JP" altLang="en-US" b="0" dirty="0">
                <a:solidFill>
                  <a:prstClr val="black"/>
                </a:solidFill>
              </a:rPr>
              <a:t>のインストーラーをダウンロードする。</a:t>
            </a:r>
            <a:endParaRPr lang="en-US" altLang="ja-JP" b="0" dirty="0">
              <a:solidFill>
                <a:prstClr val="black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30461A-D19F-48A5-8944-2853B5D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Python</a:t>
            </a:r>
            <a:r>
              <a:rPr kumimoji="1" lang="ja-JP" altLang="en-US" dirty="0"/>
              <a:t>インストール（</a:t>
            </a:r>
            <a:r>
              <a:rPr kumimoji="1" lang="en-US" altLang="ja-JP" dirty="0"/>
              <a:t>1/4</a:t>
            </a:r>
            <a:r>
              <a:rPr kumimoji="1" lang="ja-JP" altLang="en-US" dirty="0"/>
              <a:t>）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B2FB63-A637-44B4-8A77-8D4C98604E3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  <a:p>
            <a:endParaRPr lang="en-US" dirty="0"/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39D46012-F4CF-43B9-A35A-85037AB30759}"/>
              </a:ext>
            </a:extLst>
          </p:cNvPr>
          <p:cNvSpPr txBox="1">
            <a:spLocks/>
          </p:cNvSpPr>
          <p:nvPr/>
        </p:nvSpPr>
        <p:spPr>
          <a:xfrm>
            <a:off x="381000" y="1195959"/>
            <a:ext cx="11429999" cy="512198"/>
          </a:xfrm>
          <a:prstGeom prst="rect">
            <a:avLst/>
          </a:prstGeom>
        </p:spPr>
        <p:txBody>
          <a:bodyPr>
            <a:noAutofit/>
          </a:bodyPr>
          <a:lstStyle>
            <a:lvl1pPr marL="55561" indent="0" algn="l" defTabSz="914376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4" indent="-17144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6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endParaRPr kumimoji="1" lang="en-US" altLang="ja-JP" sz="1800" b="0">
              <a:solidFill>
                <a:prstClr val="black"/>
              </a:solidFill>
              <a:latin typeface="Meiryo UI"/>
              <a:ea typeface="Meiryo UI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AA7515C6-45A4-4138-8D4E-D45715D5B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18" y="1980282"/>
            <a:ext cx="3000909" cy="360184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endParaRPr lang="ja-JP" altLang="en-US" u="sng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F141D06C-156C-48F9-B396-7484D7ACA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79" y="1980283"/>
            <a:ext cx="6461974" cy="153697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>
              <a:spcBef>
                <a:spcPts val="600"/>
              </a:spcBef>
            </a:pPr>
            <a:r>
              <a:rPr kumimoji="1" lang="ja-JP" altLang="en-US" sz="2400" b="1" dirty="0">
                <a:solidFill>
                  <a:schemeClr val="tx1"/>
                </a:solidFill>
              </a:rPr>
              <a:t>手順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1: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インストーラのダウンロード</a:t>
            </a:r>
            <a:endParaRPr kumimoji="1" lang="en-US" altLang="ja-JP" sz="2400" b="1" dirty="0">
              <a:solidFill>
                <a:schemeClr val="tx1"/>
              </a:solidFill>
            </a:endParaRPr>
          </a:p>
          <a:p>
            <a:pPr marL="360000" indent="-360000">
              <a:spcBef>
                <a:spcPts val="600"/>
              </a:spcBef>
              <a:buFont typeface="+mj-lt"/>
              <a:buAutoNum type="arabicPeriod"/>
            </a:pPr>
            <a:r>
              <a:rPr lang="en-US" altLang="ja-JP" b="0" dirty="0">
                <a:solidFill>
                  <a:schemeClr val="tx1"/>
                </a:solidFill>
              </a:rPr>
              <a:t>Python</a:t>
            </a:r>
            <a:r>
              <a:rPr lang="ja-JP" altLang="en-US" b="0" dirty="0">
                <a:solidFill>
                  <a:schemeClr val="tx1"/>
                </a:solidFill>
              </a:rPr>
              <a:t>の</a:t>
            </a:r>
            <a:r>
              <a:rPr lang="ja-JP" altLang="en-US" dirty="0">
                <a:solidFill>
                  <a:schemeClr val="tx1"/>
                </a:solidFill>
              </a:rPr>
              <a:t>ダウンロードサイトを開き、</a:t>
            </a:r>
            <a:r>
              <a:rPr lang="en-US" altLang="ja-JP" dirty="0">
                <a:solidFill>
                  <a:srgbClr val="FF0000"/>
                </a:solidFill>
              </a:rPr>
              <a:t>Python 3.13.4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ja-JP" altLang="en-US" dirty="0">
                <a:solidFill>
                  <a:schemeClr val="tx1"/>
                </a:solidFill>
              </a:rPr>
              <a:t>を選択</a:t>
            </a:r>
            <a:r>
              <a:rPr kumimoji="1" lang="ja-JP" altLang="en-US" dirty="0">
                <a:solidFill>
                  <a:schemeClr val="tx1"/>
                </a:solidFill>
                <a:latin typeface="+mj-lt"/>
              </a:rPr>
              <a:t>。</a:t>
            </a:r>
            <a:r>
              <a:rPr lang="en-US" altLang="ja-JP" dirty="0">
                <a:solidFill>
                  <a:prstClr val="black"/>
                </a:solidFill>
                <a:hlinkClick r:id="rId5"/>
              </a:rPr>
              <a:t>https://www.python.org/downloads/</a:t>
            </a:r>
            <a:endParaRPr kumimoji="1" lang="en-US" altLang="ja-JP" dirty="0">
              <a:solidFill>
                <a:schemeClr val="tx1"/>
              </a:solidFill>
              <a:latin typeface="+mj-lt"/>
            </a:endParaRPr>
          </a:p>
          <a:p>
            <a:pPr marL="360000" indent="-360000">
              <a:spcBef>
                <a:spcPts val="600"/>
              </a:spcBef>
              <a:buFont typeface="+mj-lt"/>
              <a:buAutoNum type="arabicPeriod"/>
            </a:pPr>
            <a:r>
              <a:rPr kumimoji="1" lang="ja-JP" altLang="en-US" dirty="0">
                <a:solidFill>
                  <a:schemeClr val="tx1"/>
                </a:solidFill>
                <a:latin typeface="+mj-lt"/>
              </a:rPr>
              <a:t>対象となるインストーラーをダウンロードする。</a:t>
            </a:r>
            <a:endParaRPr kumimoji="1" lang="en-US" altLang="ja-JP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A19EECB-B6DD-4928-860E-1A63C46B70EB}"/>
              </a:ext>
            </a:extLst>
          </p:cNvPr>
          <p:cNvSpPr/>
          <p:nvPr/>
        </p:nvSpPr>
        <p:spPr>
          <a:xfrm>
            <a:off x="7310741" y="3390925"/>
            <a:ext cx="3029268" cy="226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9E5F153-6ECC-4E99-8B4F-4B1AD5FE6385}"/>
              </a:ext>
            </a:extLst>
          </p:cNvPr>
          <p:cNvSpPr/>
          <p:nvPr/>
        </p:nvSpPr>
        <p:spPr>
          <a:xfrm>
            <a:off x="7310741" y="3621942"/>
            <a:ext cx="3029268" cy="226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ACD98CF-32BE-419B-AD7A-5BC85C5CE740}"/>
              </a:ext>
            </a:extLst>
          </p:cNvPr>
          <p:cNvSpPr/>
          <p:nvPr/>
        </p:nvSpPr>
        <p:spPr>
          <a:xfrm>
            <a:off x="492318" y="5847250"/>
            <a:ext cx="1224617" cy="2113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FDC758BE-555D-46B9-96EA-A7D3D229FE3D}"/>
              </a:ext>
            </a:extLst>
          </p:cNvPr>
          <p:cNvCxnSpPr>
            <a:cxnSpLocks/>
            <a:stCxn id="10" idx="0"/>
            <a:endCxn id="11" idx="1"/>
          </p:cNvCxnSpPr>
          <p:nvPr/>
        </p:nvCxnSpPr>
        <p:spPr>
          <a:xfrm rot="5400000" flipH="1" flipV="1">
            <a:off x="3036161" y="1572670"/>
            <a:ext cx="2343047" cy="620611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971C5F05-6F44-4860-B7B6-7B77100BC64A}"/>
              </a:ext>
            </a:extLst>
          </p:cNvPr>
          <p:cNvSpPr/>
          <p:nvPr/>
        </p:nvSpPr>
        <p:spPr>
          <a:xfrm>
            <a:off x="7280676" y="4532242"/>
            <a:ext cx="4530322" cy="1997565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80975">
              <a:spcAft>
                <a:spcPts val="600"/>
              </a:spcAft>
              <a:defRPr/>
            </a:pP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注意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:</a:t>
            </a:r>
          </a:p>
          <a:p>
            <a:pPr marL="285750" indent="-285750" defTabSz="18097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Release version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 は数字順に並んでいないことがあるので、インストール対象を探すときは注意。</a:t>
            </a:r>
            <a:endParaRPr kumimoji="1" lang="en-US" altLang="ja-JP" sz="1400" b="1" dirty="0">
              <a:solidFill>
                <a:srgbClr val="FF0000"/>
              </a:solidFill>
              <a:latin typeface="+mn-ea"/>
            </a:endParaRPr>
          </a:p>
          <a:p>
            <a:pPr marL="285750" indent="-285750" defTabSz="18097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Windows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システムの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bit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数（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32bit/64bit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）は、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[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設定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]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アプリ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 &gt; [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システム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] &gt; [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バージョン情報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]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&gt; 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システムの種類</a:t>
            </a:r>
            <a:r>
              <a:rPr lang="ja-JP" altLang="en-US" sz="1400" b="1" dirty="0">
                <a:solidFill>
                  <a:srgbClr val="FF0000"/>
                </a:solidFill>
                <a:latin typeface="+mn-ea"/>
              </a:rPr>
              <a:t>で確認できます。その結果を見て、適切なインストーラーを選択してください。</a:t>
            </a:r>
            <a:endParaRPr lang="en-US" altLang="ja-JP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B8DAA2D-8227-05EB-4673-D2DB72904DAD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DA5287-5A5B-6475-888B-E41A135AE611}"/>
              </a:ext>
            </a:extLst>
          </p:cNvPr>
          <p:cNvSpPr txBox="1"/>
          <p:nvPr/>
        </p:nvSpPr>
        <p:spPr>
          <a:xfrm flipH="1">
            <a:off x="6999539" y="3585224"/>
            <a:ext cx="311200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86C2371-64BD-6E80-316D-71FB17761DF8}"/>
              </a:ext>
            </a:extLst>
          </p:cNvPr>
          <p:cNvSpPr txBox="1"/>
          <p:nvPr/>
        </p:nvSpPr>
        <p:spPr>
          <a:xfrm>
            <a:off x="1547969" y="5531024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371295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56E5111-A346-3B46-4E7C-6E042CCE3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33" y="1984054"/>
            <a:ext cx="2583180" cy="17373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図 1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952ED22-D865-200E-C14A-5537DCFDB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68" y="1932852"/>
            <a:ext cx="1714500" cy="14116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2804F5E-F662-7222-DDE1-807225B6A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805" y="3902717"/>
            <a:ext cx="4183475" cy="25672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ectangle 12">
            <a:extLst>
              <a:ext uri="{FF2B5EF4-FFF2-40B4-BE49-F238E27FC236}">
                <a16:creationId xmlns:a16="http://schemas.microsoft.com/office/drawing/2014/main" id="{3BC4BCF1-45D0-4BC5-BAE3-D620DA19D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057379"/>
            <a:ext cx="6854687" cy="334390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>
              <a:spcAft>
                <a:spcPts val="600"/>
              </a:spcAft>
            </a:pPr>
            <a:r>
              <a:rPr kumimoji="1" lang="ja-JP" altLang="en-US" sz="2400" b="1" dirty="0">
                <a:solidFill>
                  <a:schemeClr val="tx1"/>
                </a:solidFill>
              </a:rPr>
              <a:t>手順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2: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インストールの実行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1" lang="ja-JP" altLang="en-US" dirty="0">
                <a:solidFill>
                  <a:schemeClr val="tx1"/>
                </a:solidFill>
              </a:rPr>
              <a:t>インストーラーをダウンロードしたフォルダを開く。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1" lang="ja-JP" altLang="en-US" dirty="0">
                <a:solidFill>
                  <a:schemeClr val="tx1"/>
                </a:solidFill>
              </a:rPr>
              <a:t>インストーラーのアイコンを右クリックし、</a:t>
            </a:r>
            <a:br>
              <a:rPr kumimoji="1" lang="en-US" altLang="ja-JP" dirty="0">
                <a:solidFill>
                  <a:schemeClr val="tx1"/>
                </a:solidFill>
              </a:rPr>
            </a:br>
            <a:r>
              <a:rPr kumimoji="1" lang="ja-JP" altLang="en-US" dirty="0">
                <a:solidFill>
                  <a:schemeClr val="tx1"/>
                </a:solidFill>
              </a:rPr>
              <a:t>「管理者として実行（</a:t>
            </a:r>
            <a:r>
              <a:rPr kumimoji="1" lang="en-US" altLang="ja-JP" dirty="0">
                <a:solidFill>
                  <a:schemeClr val="tx1"/>
                </a:solidFill>
              </a:rPr>
              <a:t>Run as Administrator</a:t>
            </a:r>
            <a:r>
              <a:rPr kumimoji="1" lang="ja-JP" altLang="en-US" dirty="0">
                <a:solidFill>
                  <a:schemeClr val="tx1"/>
                </a:solidFill>
              </a:rPr>
              <a:t>）」を選択。</a:t>
            </a:r>
            <a:endParaRPr lang="en-US" altLang="ja-JP" dirty="0">
              <a:latin typeface="+mj-ea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ja-JP" dirty="0">
                <a:latin typeface="+mj-ea"/>
              </a:rPr>
              <a:t>Confirm Intent to Continue</a:t>
            </a:r>
            <a:r>
              <a:rPr lang="ja-JP" altLang="en-US" dirty="0">
                <a:latin typeface="+mj-ea"/>
              </a:rPr>
              <a:t>の画面が表示されたら、「</a:t>
            </a:r>
            <a:r>
              <a:rPr lang="en-US" altLang="ja-JP" dirty="0">
                <a:latin typeface="+mj-ea"/>
              </a:rPr>
              <a:t>Accenture</a:t>
            </a:r>
            <a:r>
              <a:rPr lang="ja-JP" altLang="en-US" dirty="0">
                <a:latin typeface="+mj-ea"/>
              </a:rPr>
              <a:t> </a:t>
            </a:r>
            <a:r>
              <a:rPr lang="en-US" altLang="ja-JP" dirty="0">
                <a:latin typeface="+mj-ea"/>
              </a:rPr>
              <a:t>Business</a:t>
            </a:r>
            <a:r>
              <a:rPr lang="ja-JP" altLang="en-US" dirty="0">
                <a:latin typeface="+mj-ea"/>
              </a:rPr>
              <a:t>」を選択、「</a:t>
            </a:r>
            <a:r>
              <a:rPr lang="en-US" altLang="ja-JP" dirty="0">
                <a:latin typeface="+mj-ea"/>
              </a:rPr>
              <a:t>Yes</a:t>
            </a:r>
            <a:r>
              <a:rPr lang="ja-JP" altLang="en-US" dirty="0">
                <a:latin typeface="+mj-ea"/>
              </a:rPr>
              <a:t>」ボタンを押下する。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1" lang="ja-JP" altLang="en-US" b="1" dirty="0">
                <a:solidFill>
                  <a:srgbClr val="FF0000"/>
                </a:solidFill>
              </a:rPr>
              <a:t>「</a:t>
            </a:r>
            <a:r>
              <a:rPr kumimoji="1" lang="en-US" altLang="ja-JP" b="1" dirty="0">
                <a:solidFill>
                  <a:srgbClr val="FF0000"/>
                </a:solidFill>
              </a:rPr>
              <a:t>Add Python.exe to PATH</a:t>
            </a:r>
            <a:r>
              <a:rPr kumimoji="1" lang="ja-JP" altLang="en-US" b="1" dirty="0">
                <a:solidFill>
                  <a:srgbClr val="FF0000"/>
                </a:solidFill>
              </a:rPr>
              <a:t>」</a:t>
            </a:r>
            <a:r>
              <a:rPr kumimoji="1" lang="en-US" altLang="ja-JP" b="1" dirty="0">
                <a:solidFill>
                  <a:srgbClr val="FF0000"/>
                </a:solidFill>
              </a:rPr>
              <a:t> </a:t>
            </a:r>
            <a:r>
              <a:rPr kumimoji="1" lang="ja-JP" altLang="en-US" b="1" dirty="0">
                <a:solidFill>
                  <a:srgbClr val="FF0000"/>
                </a:solidFill>
              </a:rPr>
              <a:t>をチェック</a:t>
            </a:r>
            <a:r>
              <a:rPr lang="ja-JP" altLang="en-US" b="1" dirty="0">
                <a:solidFill>
                  <a:srgbClr val="FF0000"/>
                </a:solidFill>
              </a:rPr>
              <a:t>。←忘れないこと！</a:t>
            </a:r>
            <a:endParaRPr lang="en-US" altLang="ja-JP" b="1" dirty="0"/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ja-JP" altLang="en-US" dirty="0"/>
              <a:t>「</a:t>
            </a:r>
            <a:r>
              <a:rPr lang="en-US" altLang="ja-JP" dirty="0"/>
              <a:t>Install Now</a:t>
            </a:r>
            <a:r>
              <a:rPr lang="ja-JP" altLang="en-US" dirty="0"/>
              <a:t>」をクリックする。</a:t>
            </a:r>
            <a:endParaRPr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65BB5-244C-48C7-B1AE-F072998E80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0"/>
            <a:ext cx="11429999" cy="550493"/>
          </a:xfrm>
        </p:spPr>
        <p:txBody>
          <a:bodyPr/>
          <a:lstStyle/>
          <a:p>
            <a:pPr lvl="0">
              <a:defRPr/>
            </a:pPr>
            <a:r>
              <a:rPr lang="ja-JP" altLang="en-US" b="0" dirty="0">
                <a:solidFill>
                  <a:prstClr val="black"/>
                </a:solidFill>
              </a:rPr>
              <a:t>「管理者」としてインストーラーを起動し、</a:t>
            </a:r>
            <a:r>
              <a:rPr lang="en-US" altLang="ja-JP" b="0" dirty="0">
                <a:solidFill>
                  <a:prstClr val="black"/>
                </a:solidFill>
              </a:rPr>
              <a:t>Python</a:t>
            </a:r>
            <a:r>
              <a:rPr lang="ja-JP" altLang="en-US" b="0" dirty="0">
                <a:solidFill>
                  <a:prstClr val="black"/>
                </a:solidFill>
              </a:rPr>
              <a:t>をインストールする。</a:t>
            </a:r>
            <a:endParaRPr lang="en-US" altLang="ja-JP" b="0" dirty="0">
              <a:solidFill>
                <a:prstClr val="black"/>
              </a:solidFill>
            </a:endParaRPr>
          </a:p>
          <a:p>
            <a:pPr lvl="0">
              <a:defRPr/>
            </a:pPr>
            <a:endParaRPr lang="en-US" altLang="ja-JP" b="0" dirty="0">
              <a:solidFill>
                <a:prstClr val="black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30461A-D19F-48A5-8944-2853B5D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Python</a:t>
            </a:r>
            <a:r>
              <a:rPr kumimoji="1" lang="ja-JP" altLang="en-US" dirty="0"/>
              <a:t>インストール（</a:t>
            </a:r>
            <a:r>
              <a:rPr kumimoji="1" lang="en-US" altLang="ja-JP" dirty="0"/>
              <a:t>2/4</a:t>
            </a:r>
            <a:r>
              <a:rPr kumimoji="1" lang="ja-JP" altLang="en-US" dirty="0"/>
              <a:t>）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491B5A-7C11-49C9-B221-FE60EB39A12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39D46012-F4CF-43B9-A35A-85037AB30759}"/>
              </a:ext>
            </a:extLst>
          </p:cNvPr>
          <p:cNvSpPr txBox="1">
            <a:spLocks/>
          </p:cNvSpPr>
          <p:nvPr/>
        </p:nvSpPr>
        <p:spPr>
          <a:xfrm>
            <a:off x="381000" y="1185449"/>
            <a:ext cx="11630025" cy="512198"/>
          </a:xfrm>
          <a:prstGeom prst="rect">
            <a:avLst/>
          </a:prstGeom>
        </p:spPr>
        <p:txBody>
          <a:bodyPr>
            <a:noAutofit/>
          </a:bodyPr>
          <a:lstStyle>
            <a:lvl1pPr marL="55561" indent="0" algn="l" defTabSz="914376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4" indent="-17144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6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endParaRPr kumimoji="1" lang="en-US" altLang="ja-JP" sz="1800" b="0">
              <a:solidFill>
                <a:prstClr val="black"/>
              </a:solidFill>
              <a:latin typeface="Meiryo UI"/>
              <a:ea typeface="Meiryo UI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799B91F-5955-4899-88C3-231383A120DE}"/>
              </a:ext>
            </a:extLst>
          </p:cNvPr>
          <p:cNvSpPr/>
          <p:nvPr/>
        </p:nvSpPr>
        <p:spPr>
          <a:xfrm>
            <a:off x="8252132" y="6256834"/>
            <a:ext cx="2435087" cy="160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0C70BC8-7640-4023-84FA-41A87354E01C}"/>
              </a:ext>
            </a:extLst>
          </p:cNvPr>
          <p:cNvSpPr/>
          <p:nvPr/>
        </p:nvSpPr>
        <p:spPr>
          <a:xfrm>
            <a:off x="8296977" y="4809067"/>
            <a:ext cx="747632" cy="160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476E327-5971-4802-9461-A03BD484A8F1}"/>
              </a:ext>
            </a:extLst>
          </p:cNvPr>
          <p:cNvSpPr/>
          <p:nvPr/>
        </p:nvSpPr>
        <p:spPr>
          <a:xfrm>
            <a:off x="6710569" y="2750185"/>
            <a:ext cx="1714499" cy="205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C11196B-9A0E-4568-BF22-24CA59E0C76C}"/>
              </a:ext>
            </a:extLst>
          </p:cNvPr>
          <p:cNvSpPr/>
          <p:nvPr/>
        </p:nvSpPr>
        <p:spPr>
          <a:xfrm>
            <a:off x="8767972" y="3326585"/>
            <a:ext cx="2561641" cy="156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16D6196-1DC5-A7E7-2509-B089342EABC7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058B2B1-0CF5-1D53-CD07-2829704D7A8F}"/>
              </a:ext>
            </a:extLst>
          </p:cNvPr>
          <p:cNvSpPr txBox="1"/>
          <p:nvPr/>
        </p:nvSpPr>
        <p:spPr>
          <a:xfrm>
            <a:off x="8078854" y="2439383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575C4E0-1C86-314E-21E8-EDD412CE3712}"/>
              </a:ext>
            </a:extLst>
          </p:cNvPr>
          <p:cNvSpPr txBox="1"/>
          <p:nvPr/>
        </p:nvSpPr>
        <p:spPr>
          <a:xfrm>
            <a:off x="9963979" y="3535746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F5C6131-7CB0-F273-8095-67637C773D7A}"/>
              </a:ext>
            </a:extLst>
          </p:cNvPr>
          <p:cNvSpPr/>
          <p:nvPr/>
        </p:nvSpPr>
        <p:spPr>
          <a:xfrm>
            <a:off x="10340008" y="3535746"/>
            <a:ext cx="503583" cy="185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B88FA1B-B8B8-881E-8503-6AAD4432DA89}"/>
              </a:ext>
            </a:extLst>
          </p:cNvPr>
          <p:cNvSpPr txBox="1"/>
          <p:nvPr/>
        </p:nvSpPr>
        <p:spPr>
          <a:xfrm>
            <a:off x="7959046" y="6083595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BD2A346-E6AE-8212-E829-BCAB3C0B6C8E}"/>
              </a:ext>
            </a:extLst>
          </p:cNvPr>
          <p:cNvSpPr txBox="1"/>
          <p:nvPr/>
        </p:nvSpPr>
        <p:spPr>
          <a:xfrm>
            <a:off x="9104018" y="4697508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170923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A86DDCF5-0D71-9CDF-8AAA-9EAB70775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647" y="2375540"/>
            <a:ext cx="4983480" cy="38233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598C9C9-085F-49B3-82B8-D859183103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1"/>
            <a:ext cx="11429999" cy="698498"/>
          </a:xfrm>
        </p:spPr>
        <p:txBody>
          <a:bodyPr/>
          <a:lstStyle/>
          <a:p>
            <a:r>
              <a:rPr lang="en-US" altLang="ja-JP" b="0" dirty="0">
                <a:solidFill>
                  <a:prstClr val="black"/>
                </a:solidFill>
              </a:rPr>
              <a:t>Python</a:t>
            </a:r>
            <a:r>
              <a:rPr lang="ja-JP" altLang="en-US" b="0" dirty="0">
                <a:solidFill>
                  <a:prstClr val="black"/>
                </a:solidFill>
              </a:rPr>
              <a:t>のバージョンが指定のものであること、および環境変数が正しく設定されていることを確認する。</a:t>
            </a:r>
            <a:endParaRPr lang="en-US" altLang="ja-JP" b="0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B20578C-E3B1-413B-A98E-F4DBB145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 Python</a:t>
            </a:r>
            <a:r>
              <a:rPr lang="ja-JP" altLang="en-US" dirty="0"/>
              <a:t>インストール（</a:t>
            </a:r>
            <a:r>
              <a:rPr lang="en-US" altLang="ja-JP" dirty="0"/>
              <a:t>3/4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DA4F0F-63A1-4CDB-9CB1-006493A2ACEA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  <a:r>
              <a:rPr lang="en-US" altLang="ja-JP" dirty="0"/>
              <a:t>	</a:t>
            </a:r>
            <a:endParaRPr lang="ja-JP" alt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EDA2ADA-9FDE-4778-93DC-A1B6046B5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45" y="1825496"/>
            <a:ext cx="6856774" cy="3502271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>
              <a:spcBef>
                <a:spcPts val="600"/>
              </a:spcBef>
            </a:pPr>
            <a:endParaRPr lang="en-US" altLang="ja-JP">
              <a:latin typeface="+mn-ea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45392051-CCFD-40C6-AEE6-BF15D6367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1825494"/>
            <a:ext cx="5125278" cy="30386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>
              <a:spcAft>
                <a:spcPts val="600"/>
              </a:spcAft>
            </a:pPr>
            <a:r>
              <a:rPr lang="ja-JP" altLang="en-US" sz="2400" b="1" dirty="0"/>
              <a:t>手順</a:t>
            </a:r>
            <a:r>
              <a:rPr lang="en-US" altLang="ja-JP" sz="2400" b="1" dirty="0"/>
              <a:t>3: </a:t>
            </a:r>
            <a:r>
              <a:rPr lang="ja-JP" altLang="en-US" sz="2400" b="1" dirty="0"/>
              <a:t>インストール結果の確認</a:t>
            </a:r>
            <a:endParaRPr kumimoji="1" lang="en-US" altLang="ja-JP" sz="2400" b="1" dirty="0">
              <a:latin typeface="+mn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/>
            </a:pPr>
            <a:r>
              <a:rPr kumimoji="1" lang="ja-JP" altLang="en-US" dirty="0">
                <a:latin typeface="+mn-ea"/>
              </a:rPr>
              <a:t>「</a:t>
            </a:r>
            <a:r>
              <a:rPr kumimoji="1" lang="en-US" altLang="ja-JP" dirty="0">
                <a:latin typeface="+mn-ea"/>
              </a:rPr>
              <a:t>1. Python</a:t>
            </a:r>
            <a:r>
              <a:rPr kumimoji="1" lang="ja-JP" altLang="en-US" dirty="0">
                <a:latin typeface="+mn-ea"/>
              </a:rPr>
              <a:t>インストールの事前確認」スライドを参照し、バージョンを確認する</a:t>
            </a:r>
            <a:r>
              <a:rPr lang="ja-JP" altLang="en-US" dirty="0">
                <a:latin typeface="+mn-ea"/>
              </a:rPr>
              <a:t>。</a:t>
            </a:r>
            <a:endParaRPr lang="en-US" altLang="ja-JP" dirty="0">
              <a:latin typeface="+mn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2"/>
            </a:pPr>
            <a:r>
              <a:rPr kumimoji="1" lang="en-US" altLang="ja-JP" dirty="0">
                <a:solidFill>
                  <a:prstClr val="black"/>
                </a:solidFill>
              </a:rPr>
              <a:t>Windows</a:t>
            </a:r>
            <a:r>
              <a:rPr kumimoji="1" lang="ja-JP" altLang="en-US" dirty="0">
                <a:solidFill>
                  <a:prstClr val="black"/>
                </a:solidFill>
              </a:rPr>
              <a:t>キー</a:t>
            </a:r>
            <a:r>
              <a:rPr kumimoji="1" lang="en-US" altLang="ja-JP" dirty="0">
                <a:solidFill>
                  <a:prstClr val="black"/>
                </a:solidFill>
              </a:rPr>
              <a:t> + X </a:t>
            </a:r>
            <a:r>
              <a:rPr kumimoji="1" lang="ja-JP" altLang="en-US" dirty="0">
                <a:solidFill>
                  <a:prstClr val="black"/>
                </a:solidFill>
              </a:rPr>
              <a:t>で開くメニューで、「システム」を選択。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2"/>
            </a:pPr>
            <a:r>
              <a:rPr lang="ja-JP" altLang="en-US" dirty="0">
                <a:latin typeface="+mn-ea"/>
              </a:rPr>
              <a:t>「システムの詳細設定」を選択。</a:t>
            </a:r>
            <a:endParaRPr lang="en-US" altLang="ja-JP" dirty="0">
              <a:latin typeface="+mn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2"/>
            </a:pPr>
            <a:endParaRPr lang="en-US" altLang="ja-JP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ja-JP" altLang="en-US" dirty="0">
                <a:latin typeface="+mn-ea"/>
              </a:rPr>
              <a:t>（次のスライドに続く）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9363DC5-139B-407D-8213-CEB4DA25B716}"/>
              </a:ext>
            </a:extLst>
          </p:cNvPr>
          <p:cNvSpPr/>
          <p:nvPr/>
        </p:nvSpPr>
        <p:spPr>
          <a:xfrm>
            <a:off x="8156992" y="5954807"/>
            <a:ext cx="806098" cy="244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C770E02-1A28-D5DE-A43B-4D2EF0FA5FFB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E4719E-5DA5-20E6-F5AA-D03000D3E46B}"/>
              </a:ext>
            </a:extLst>
          </p:cNvPr>
          <p:cNvSpPr txBox="1"/>
          <p:nvPr/>
        </p:nvSpPr>
        <p:spPr>
          <a:xfrm>
            <a:off x="8425068" y="5600864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15433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図 27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A30A6C8-B426-0360-51ED-2A7973FC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721" y="2040696"/>
            <a:ext cx="4693920" cy="2194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5560D99-4701-AA2C-5329-8F8528E5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" t="4358"/>
          <a:stretch/>
        </p:blipFill>
        <p:spPr>
          <a:xfrm>
            <a:off x="6419670" y="4817304"/>
            <a:ext cx="5431599" cy="10191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330461A-D19F-48A5-8944-2853B5D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 Python</a:t>
            </a:r>
            <a:r>
              <a:rPr kumimoji="1" lang="ja-JP" altLang="en-US" dirty="0"/>
              <a:t>インストール（</a:t>
            </a:r>
            <a:r>
              <a:rPr lang="en-US" altLang="ja-JP" dirty="0"/>
              <a:t>4</a:t>
            </a:r>
            <a:r>
              <a:rPr kumimoji="1" lang="en-US" altLang="ja-JP" dirty="0"/>
              <a:t>/</a:t>
            </a:r>
            <a:r>
              <a:rPr lang="en-US" altLang="ja-JP" dirty="0"/>
              <a:t>4</a:t>
            </a:r>
            <a:r>
              <a:rPr kumimoji="1" lang="ja-JP" altLang="en-US" dirty="0"/>
              <a:t>）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5245F84-A7CF-4525-88D9-E5DC6A2DF71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39D46012-F4CF-43B9-A35A-85037AB30759}"/>
              </a:ext>
            </a:extLst>
          </p:cNvPr>
          <p:cNvSpPr txBox="1">
            <a:spLocks/>
          </p:cNvSpPr>
          <p:nvPr/>
        </p:nvSpPr>
        <p:spPr>
          <a:xfrm>
            <a:off x="381000" y="1185449"/>
            <a:ext cx="11429999" cy="512198"/>
          </a:xfrm>
          <a:prstGeom prst="rect">
            <a:avLst/>
          </a:prstGeom>
        </p:spPr>
        <p:txBody>
          <a:bodyPr>
            <a:noAutofit/>
          </a:bodyPr>
          <a:lstStyle>
            <a:lvl1pPr marL="55561" indent="0" algn="l" defTabSz="914376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4" indent="-17144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6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endParaRPr kumimoji="1" lang="en-US" altLang="ja-JP" sz="1800" b="0">
              <a:solidFill>
                <a:prstClr val="black"/>
              </a:solidFill>
              <a:latin typeface="Meiryo UI"/>
              <a:ea typeface="Meiryo UI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132B8B57-448B-4670-99BC-BF12A33F8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44" y="1441175"/>
            <a:ext cx="6545177" cy="451370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>
              <a:spcAft>
                <a:spcPts val="600"/>
              </a:spcAft>
            </a:pPr>
            <a:r>
              <a:rPr lang="ja-JP" altLang="en-US" sz="2400" b="1" dirty="0"/>
              <a:t>手順</a:t>
            </a:r>
            <a:r>
              <a:rPr lang="en-US" altLang="ja-JP" sz="2400" b="1" dirty="0"/>
              <a:t>3: </a:t>
            </a:r>
            <a:r>
              <a:rPr lang="ja-JP" altLang="en-US" sz="2400" b="1" dirty="0"/>
              <a:t>インストール結果の確認</a:t>
            </a:r>
            <a:endParaRPr lang="en-US" altLang="ja-JP" sz="2400" b="1" dirty="0"/>
          </a:p>
          <a:p>
            <a:pPr>
              <a:spcAft>
                <a:spcPts val="600"/>
              </a:spcAft>
            </a:pPr>
            <a:endParaRPr lang="en-US" altLang="ja-JP" dirty="0">
              <a:latin typeface="+mj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dirty="0">
                <a:latin typeface="+mj-ea"/>
              </a:rPr>
              <a:t>Confirm Intent to Continue</a:t>
            </a:r>
            <a:r>
              <a:rPr lang="ja-JP" altLang="en-US" dirty="0">
                <a:latin typeface="+mj-ea"/>
              </a:rPr>
              <a:t>の画面が表示されたら、　「</a:t>
            </a:r>
            <a:r>
              <a:rPr lang="en-US" altLang="ja-JP" dirty="0">
                <a:latin typeface="+mj-ea"/>
              </a:rPr>
              <a:t>Accenture</a:t>
            </a:r>
            <a:r>
              <a:rPr lang="ja-JP" altLang="en-US" dirty="0">
                <a:latin typeface="+mj-ea"/>
              </a:rPr>
              <a:t> </a:t>
            </a:r>
            <a:r>
              <a:rPr lang="en-US" altLang="ja-JP" dirty="0">
                <a:latin typeface="+mj-ea"/>
              </a:rPr>
              <a:t>Business</a:t>
            </a:r>
            <a:r>
              <a:rPr lang="ja-JP" altLang="en-US" dirty="0">
                <a:latin typeface="+mj-ea"/>
              </a:rPr>
              <a:t>」を選択し、「</a:t>
            </a:r>
            <a:r>
              <a:rPr lang="en-US" altLang="ja-JP" dirty="0">
                <a:latin typeface="+mj-ea"/>
              </a:rPr>
              <a:t>Yes</a:t>
            </a:r>
            <a:r>
              <a:rPr lang="ja-JP" altLang="en-US" dirty="0">
                <a:latin typeface="+mj-ea"/>
              </a:rPr>
              <a:t>」ボタンを押下。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4"/>
            </a:pPr>
            <a:r>
              <a:rPr lang="ja-JP" altLang="en-US" dirty="0">
                <a:latin typeface="+mn-ea"/>
              </a:rPr>
              <a:t>次に開く「システムのプロパティ」画面から「詳細設定」タブを開き、     「環境変数」をクリック。</a:t>
            </a:r>
            <a:endParaRPr lang="en-US" altLang="ja-JP" dirty="0">
              <a:latin typeface="+mn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4"/>
            </a:pPr>
            <a:r>
              <a:rPr lang="ja-JP" altLang="en-US" dirty="0">
                <a:latin typeface="+mn-ea"/>
              </a:rPr>
              <a:t>画面上部の「</a:t>
            </a:r>
            <a:r>
              <a:rPr lang="en-US" altLang="ja-JP" i="1" dirty="0">
                <a:latin typeface="+mn-ea"/>
              </a:rPr>
              <a:t>(EID)</a:t>
            </a:r>
            <a:r>
              <a:rPr lang="ja-JP" altLang="en-US" dirty="0">
                <a:latin typeface="+mn-ea"/>
              </a:rPr>
              <a:t>のユーザー環境変数」で「</a:t>
            </a:r>
            <a:r>
              <a:rPr lang="en-US" altLang="ja-JP" dirty="0">
                <a:latin typeface="+mn-ea"/>
              </a:rPr>
              <a:t>Path</a:t>
            </a:r>
            <a:r>
              <a:rPr lang="ja-JP" altLang="en-US" dirty="0">
                <a:latin typeface="+mn-ea"/>
              </a:rPr>
              <a:t>」を選択し、 　「編集」をクリック。</a:t>
            </a:r>
            <a:endParaRPr lang="en-US" altLang="ja-JP" dirty="0">
              <a:latin typeface="+mn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dirty="0">
                <a:latin typeface="+mn-ea"/>
              </a:rPr>
              <a:t>Python</a:t>
            </a:r>
            <a:r>
              <a:rPr lang="ja-JP" altLang="en-US" dirty="0">
                <a:latin typeface="+mn-ea"/>
              </a:rPr>
              <a:t>のパスが設定されていることを確認する。</a:t>
            </a:r>
            <a:endParaRPr lang="en-US" altLang="ja-JP" dirty="0">
              <a:latin typeface="+mn-ea"/>
            </a:endParaRPr>
          </a:p>
          <a:p>
            <a:pPr marL="360000" indent="-360000">
              <a:spcAft>
                <a:spcPts val="600"/>
              </a:spcAft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	C:\Users\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（ユーザー名）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\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AppData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\Local\Programs\Python\Python313\Scripts\</a:t>
            </a:r>
            <a:br>
              <a:rPr lang="en-US" altLang="ja-JP" sz="1200" dirty="0">
                <a:solidFill>
                  <a:schemeClr val="tx1"/>
                </a:solidFill>
                <a:latin typeface="+mn-ea"/>
              </a:rPr>
            </a:b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C:\Users\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（ユーザー名）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\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AppData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\Local\Programs\Python\Python313\</a:t>
            </a:r>
            <a:br>
              <a:rPr lang="en-US" altLang="ja-JP" sz="1200" dirty="0">
                <a:solidFill>
                  <a:schemeClr val="tx1"/>
                </a:solidFill>
                <a:latin typeface="+mn-ea"/>
              </a:rPr>
            </a:br>
            <a:br>
              <a:rPr lang="en-US" altLang="ja-JP" sz="1200" dirty="0">
                <a:solidFill>
                  <a:schemeClr val="tx1"/>
                </a:solidFill>
                <a:latin typeface="+mn-ea"/>
              </a:rPr>
            </a:br>
            <a:r>
              <a:rPr lang="en-US" altLang="ja-JP" b="1" dirty="0">
                <a:solidFill>
                  <a:srgbClr val="FF0000"/>
                </a:solidFill>
                <a:latin typeface="+mn-ea"/>
              </a:rPr>
              <a:t>※</a:t>
            </a:r>
            <a:r>
              <a:rPr kumimoji="1" lang="en-US" altLang="ja-JP" b="1" dirty="0">
                <a:solidFill>
                  <a:srgbClr val="FF0000"/>
                </a:solidFill>
                <a:latin typeface="+mn-ea"/>
              </a:rPr>
              <a:t>Python</a:t>
            </a:r>
            <a:r>
              <a:rPr kumimoji="1" lang="ja-JP" altLang="en-US" b="1" dirty="0">
                <a:solidFill>
                  <a:srgbClr val="FF0000"/>
                </a:solidFill>
                <a:latin typeface="+mn-ea"/>
              </a:rPr>
              <a:t>の</a:t>
            </a:r>
            <a:r>
              <a:rPr kumimoji="1" lang="en-US" altLang="ja-JP" b="1" dirty="0">
                <a:solidFill>
                  <a:srgbClr val="FF0000"/>
                </a:solidFill>
                <a:latin typeface="+mn-ea"/>
              </a:rPr>
              <a:t>Path</a:t>
            </a:r>
            <a:r>
              <a:rPr kumimoji="1" lang="ja-JP" altLang="en-US" b="1" dirty="0">
                <a:solidFill>
                  <a:srgbClr val="FF0000"/>
                </a:solidFill>
                <a:latin typeface="+mn-ea"/>
              </a:rPr>
              <a:t>が存在しない場合は、</a:t>
            </a:r>
            <a:br>
              <a:rPr kumimoji="1" lang="en-US" altLang="ja-JP" b="1" dirty="0">
                <a:solidFill>
                  <a:srgbClr val="FF0000"/>
                </a:solidFill>
                <a:latin typeface="+mn-ea"/>
              </a:rPr>
            </a:br>
            <a:r>
              <a:rPr kumimoji="1" lang="ja-JP" altLang="en-US" b="1" dirty="0">
                <a:solidFill>
                  <a:srgbClr val="FF0000"/>
                </a:solidFill>
                <a:latin typeface="+mn-ea"/>
              </a:rPr>
              <a:t>「</a:t>
            </a:r>
            <a:r>
              <a:rPr kumimoji="1" lang="en-US" altLang="ja-JP" b="1" dirty="0">
                <a:solidFill>
                  <a:srgbClr val="FF0000"/>
                </a:solidFill>
                <a:latin typeface="+mn-ea"/>
              </a:rPr>
              <a:t>2. Python</a:t>
            </a:r>
            <a:r>
              <a:rPr kumimoji="1" lang="ja-JP" altLang="en-US" b="1" dirty="0">
                <a:solidFill>
                  <a:srgbClr val="FF0000"/>
                </a:solidFill>
                <a:latin typeface="+mn-ea"/>
              </a:rPr>
              <a:t>インストール（</a:t>
            </a:r>
            <a:r>
              <a:rPr kumimoji="1" lang="en-US" altLang="ja-JP" b="1" dirty="0">
                <a:solidFill>
                  <a:srgbClr val="FF0000"/>
                </a:solidFill>
                <a:latin typeface="+mn-ea"/>
              </a:rPr>
              <a:t>2/4</a:t>
            </a:r>
            <a:r>
              <a:rPr kumimoji="1" lang="ja-JP" altLang="en-US" b="1" dirty="0">
                <a:solidFill>
                  <a:srgbClr val="FF0000"/>
                </a:solidFill>
                <a:latin typeface="+mn-ea"/>
              </a:rPr>
              <a:t>）」</a:t>
            </a:r>
            <a:br>
              <a:rPr kumimoji="1" lang="en-US" altLang="ja-JP" b="1" dirty="0">
                <a:solidFill>
                  <a:srgbClr val="FF0000"/>
                </a:solidFill>
                <a:latin typeface="+mn-ea"/>
              </a:rPr>
            </a:br>
            <a:r>
              <a:rPr kumimoji="1" lang="ja-JP" altLang="en-US" b="1" dirty="0">
                <a:solidFill>
                  <a:srgbClr val="FF0000"/>
                </a:solidFill>
                <a:latin typeface="+mn-ea"/>
              </a:rPr>
              <a:t>のスライドを参照し再インストールを行うこと。</a:t>
            </a:r>
            <a:endParaRPr kumimoji="1" lang="en-US" altLang="ja-JP" b="1" dirty="0">
              <a:solidFill>
                <a:srgbClr val="FF0000"/>
              </a:solidFill>
              <a:latin typeface="+mn-ea"/>
            </a:endParaRPr>
          </a:p>
          <a:p>
            <a:pPr marL="360000" indent="-360000">
              <a:spcAft>
                <a:spcPts val="600"/>
              </a:spcAft>
            </a:pPr>
            <a:endParaRPr lang="en-US" altLang="ja-JP" sz="1200" dirty="0">
              <a:solidFill>
                <a:schemeClr val="tx1"/>
              </a:solidFill>
              <a:latin typeface="+mn-ea"/>
            </a:endParaRPr>
          </a:p>
          <a:p>
            <a:pPr marL="360000" indent="-360000"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360000" indent="-360000">
              <a:spcAft>
                <a:spcPts val="600"/>
              </a:spcAft>
            </a:pPr>
            <a:endParaRPr kumimoji="1" lang="en-US" altLang="ja-JP" sz="1200" dirty="0">
              <a:solidFill>
                <a:schemeClr val="tx1"/>
              </a:solidFill>
              <a:latin typeface="+mn-ea"/>
            </a:endParaRPr>
          </a:p>
          <a:p>
            <a:pPr marL="360000" indent="-360000">
              <a:spcAft>
                <a:spcPts val="600"/>
              </a:spcAft>
            </a:pPr>
            <a:endParaRPr kumimoji="1" lang="en-US" altLang="ja-JP" sz="14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BC601BE-0CE9-4CAC-B6C8-861D5106F9DD}"/>
              </a:ext>
            </a:extLst>
          </p:cNvPr>
          <p:cNvSpPr/>
          <p:nvPr/>
        </p:nvSpPr>
        <p:spPr>
          <a:xfrm>
            <a:off x="7166113" y="2424763"/>
            <a:ext cx="1431235" cy="1693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C153F04-D8F6-4E3F-B280-8EA71D5F83B7}"/>
              </a:ext>
            </a:extLst>
          </p:cNvPr>
          <p:cNvSpPr/>
          <p:nvPr/>
        </p:nvSpPr>
        <p:spPr>
          <a:xfrm>
            <a:off x="10195092" y="3881313"/>
            <a:ext cx="651526" cy="262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082F837-1BC0-4555-A8C8-916D63740EE0}"/>
              </a:ext>
            </a:extLst>
          </p:cNvPr>
          <p:cNvSpPr/>
          <p:nvPr/>
        </p:nvSpPr>
        <p:spPr>
          <a:xfrm>
            <a:off x="6550699" y="5328598"/>
            <a:ext cx="4232973" cy="503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5350E50-EEE1-C692-D14A-8D65A3B443EF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CB97CF6-A8EC-8312-4E51-24762B3DA14E}"/>
              </a:ext>
            </a:extLst>
          </p:cNvPr>
          <p:cNvSpPr txBox="1"/>
          <p:nvPr/>
        </p:nvSpPr>
        <p:spPr>
          <a:xfrm>
            <a:off x="10340008" y="4148364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B759827-FE23-E5D6-393B-5EF8B8AA8338}"/>
              </a:ext>
            </a:extLst>
          </p:cNvPr>
          <p:cNvSpPr txBox="1"/>
          <p:nvPr/>
        </p:nvSpPr>
        <p:spPr>
          <a:xfrm>
            <a:off x="7661006" y="5019698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⑦</a:t>
            </a:r>
          </a:p>
        </p:txBody>
      </p:sp>
    </p:spTree>
    <p:extLst>
      <p:ext uri="{BB962C8B-B14F-4D97-AF65-F5344CB8AC3E}">
        <p14:creationId xmlns:p14="http://schemas.microsoft.com/office/powerpoint/2010/main" val="53232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0023714F-0B70-5DE2-E281-D2C1E4B1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856" y="4254599"/>
            <a:ext cx="5058481" cy="12803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65BB5-244C-48C7-B1AE-F072998E80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1"/>
            <a:ext cx="11429999" cy="478572"/>
          </a:xfrm>
        </p:spPr>
        <p:txBody>
          <a:bodyPr/>
          <a:lstStyle/>
          <a:p>
            <a:pPr lvl="0">
              <a:defRPr/>
            </a:pPr>
            <a:r>
              <a:rPr lang="ja-JP" altLang="en-US" b="0" dirty="0">
                <a:solidFill>
                  <a:prstClr val="black"/>
                </a:solidFill>
              </a:rPr>
              <a:t>インストール済みの</a:t>
            </a:r>
            <a:r>
              <a:rPr lang="en-US" altLang="ja-JP" b="0" dirty="0">
                <a:solidFill>
                  <a:prstClr val="black"/>
                </a:solidFill>
              </a:rPr>
              <a:t>Python</a:t>
            </a:r>
            <a:r>
              <a:rPr lang="ja-JP" altLang="en-US" b="0" dirty="0">
                <a:solidFill>
                  <a:prstClr val="black"/>
                </a:solidFill>
              </a:rPr>
              <a:t>のバージョン</a:t>
            </a:r>
            <a:r>
              <a:rPr lang="ja-JP" altLang="en-US" b="0" dirty="0"/>
              <a:t>が指定のものと異なる</a:t>
            </a:r>
            <a:r>
              <a:rPr lang="ja-JP" altLang="en-US" b="0" dirty="0">
                <a:solidFill>
                  <a:prstClr val="black"/>
                </a:solidFill>
              </a:rPr>
              <a:t>場合、アンインストールを行う。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30461A-D19F-48A5-8944-2853B5D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. Python</a:t>
            </a:r>
            <a:r>
              <a:rPr kumimoji="1" lang="ja-JP" altLang="en-US" dirty="0"/>
              <a:t>アンインストール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A09824-5F3E-425B-8D12-DF63CB31146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  <a:p>
            <a:endParaRPr lang="ja-JP" altLang="en-US" dirty="0"/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39D46012-F4CF-43B9-A35A-85037AB30759}"/>
              </a:ext>
            </a:extLst>
          </p:cNvPr>
          <p:cNvSpPr txBox="1">
            <a:spLocks/>
          </p:cNvSpPr>
          <p:nvPr/>
        </p:nvSpPr>
        <p:spPr>
          <a:xfrm>
            <a:off x="381000" y="1185449"/>
            <a:ext cx="11630025" cy="512198"/>
          </a:xfrm>
          <a:prstGeom prst="rect">
            <a:avLst/>
          </a:prstGeom>
        </p:spPr>
        <p:txBody>
          <a:bodyPr>
            <a:noAutofit/>
          </a:bodyPr>
          <a:lstStyle>
            <a:lvl1pPr marL="55561" indent="0" algn="l" defTabSz="914376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4" indent="-17144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6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endParaRPr kumimoji="1" lang="ja-JP" altLang="en-US" sz="1800" b="0">
              <a:solidFill>
                <a:prstClr val="black"/>
              </a:solidFill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3BC4BCF1-45D0-4BC5-BAE3-D620DA19D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39478"/>
            <a:ext cx="6125818" cy="1762111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>
              <a:spcAft>
                <a:spcPts val="600"/>
              </a:spcAft>
            </a:pPr>
            <a:r>
              <a:rPr lang="ja-JP" altLang="en-US" sz="2400" b="1" dirty="0"/>
              <a:t>手順</a:t>
            </a:r>
            <a:r>
              <a:rPr lang="en-US" altLang="ja-JP" sz="2400" b="1" dirty="0"/>
              <a:t>1: </a:t>
            </a:r>
            <a:r>
              <a:rPr lang="ja-JP" altLang="en-US" sz="2400" b="1" dirty="0"/>
              <a:t>アンインストールの実行</a:t>
            </a:r>
            <a:endParaRPr kumimoji="1" lang="en-US" altLang="ja-JP" sz="2400" dirty="0">
              <a:solidFill>
                <a:prstClr val="black"/>
              </a:solidFill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/>
            </a:pPr>
            <a:r>
              <a:rPr kumimoji="1" lang="en-US" altLang="ja-JP" dirty="0">
                <a:solidFill>
                  <a:prstClr val="black"/>
                </a:solidFill>
              </a:rPr>
              <a:t>Windows</a:t>
            </a:r>
            <a:r>
              <a:rPr kumimoji="1" lang="ja-JP" altLang="en-US" dirty="0">
                <a:solidFill>
                  <a:prstClr val="black"/>
                </a:solidFill>
              </a:rPr>
              <a:t>キー</a:t>
            </a:r>
            <a:r>
              <a:rPr kumimoji="1" lang="en-US" altLang="ja-JP" dirty="0">
                <a:solidFill>
                  <a:prstClr val="black"/>
                </a:solidFill>
              </a:rPr>
              <a:t> + X </a:t>
            </a:r>
            <a:r>
              <a:rPr kumimoji="1" lang="ja-JP" altLang="en-US" dirty="0">
                <a:solidFill>
                  <a:prstClr val="black"/>
                </a:solidFill>
              </a:rPr>
              <a:t>で開くメニューで、「インストールされているアプリ」を選択。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/>
            </a:pPr>
            <a:r>
              <a:rPr kumimoji="1" lang="ja-JP" altLang="en-US" dirty="0">
                <a:solidFill>
                  <a:schemeClr val="tx1"/>
                </a:solidFill>
              </a:rPr>
              <a:t>アンインストール対象の</a:t>
            </a:r>
            <a:r>
              <a:rPr kumimoji="1" lang="en-US" altLang="ja-JP" dirty="0">
                <a:solidFill>
                  <a:schemeClr val="tx1"/>
                </a:solidFill>
              </a:rPr>
              <a:t>Python</a:t>
            </a:r>
            <a:r>
              <a:rPr kumimoji="1" lang="ja-JP" altLang="en-US" dirty="0">
                <a:solidFill>
                  <a:schemeClr val="tx1"/>
                </a:solidFill>
              </a:rPr>
              <a:t>を選択し、「アンインストール」ボタンを押下。</a:t>
            </a:r>
            <a:endParaRPr lang="en-US" altLang="ja-JP" dirty="0">
              <a:latin typeface="+mj-ea"/>
            </a:endParaRPr>
          </a:p>
          <a:p>
            <a:pPr marL="360000" indent="-360000">
              <a:spcAft>
                <a:spcPts val="600"/>
              </a:spcAft>
              <a:buFont typeface="+mj-lt"/>
              <a:buAutoNum type="arabicPeriod"/>
            </a:pPr>
            <a:endParaRPr lang="en-US" altLang="ja-JP" dirty="0">
              <a:latin typeface="+mj-ea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C87B6B26-F262-4A8C-B335-1DD0CE948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18" y="1854623"/>
            <a:ext cx="3000909" cy="360184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endParaRPr lang="ja-JP" altLang="en-US" u="sng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1BAB45C-4E05-4110-B4E0-9D7A5C2138B5}"/>
              </a:ext>
            </a:extLst>
          </p:cNvPr>
          <p:cNvSpPr/>
          <p:nvPr/>
        </p:nvSpPr>
        <p:spPr>
          <a:xfrm>
            <a:off x="9601200" y="312917"/>
            <a:ext cx="2484119" cy="79620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>
                <a:solidFill>
                  <a:schemeClr val="bg1"/>
                </a:solidFill>
                <a:latin typeface="Meiryo UI"/>
                <a:ea typeface="Meiryo UI"/>
              </a:rPr>
              <a:t>指定バージョンと</a:t>
            </a:r>
            <a:endParaRPr kumimoji="1" lang="en-US" altLang="ja-JP">
              <a:solidFill>
                <a:schemeClr val="bg1"/>
              </a:solidFill>
              <a:latin typeface="Meiryo UI"/>
              <a:ea typeface="Meiryo UI"/>
            </a:endParaRPr>
          </a:p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>
                <a:solidFill>
                  <a:schemeClr val="bg1"/>
                </a:solidFill>
                <a:latin typeface="Meiryo UI"/>
                <a:ea typeface="Meiryo UI"/>
              </a:rPr>
              <a:t>異なる場合のみ実施</a:t>
            </a:r>
            <a:endParaRPr kumimoji="1" lang="ja-JP" altLang="en-US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476E327-5971-4802-9461-A03BD484A8F1}"/>
              </a:ext>
            </a:extLst>
          </p:cNvPr>
          <p:cNvSpPr/>
          <p:nvPr/>
        </p:nvSpPr>
        <p:spPr>
          <a:xfrm>
            <a:off x="7251096" y="5071494"/>
            <a:ext cx="1113121" cy="3231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E90DA2A-CBB2-D3D0-343F-3802EED05F79}"/>
              </a:ext>
            </a:extLst>
          </p:cNvPr>
          <p:cNvSpPr/>
          <p:nvPr/>
        </p:nvSpPr>
        <p:spPr>
          <a:xfrm>
            <a:off x="9243573" y="4390328"/>
            <a:ext cx="407429" cy="3208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38CC796-7FEC-F6D2-1A72-6F6DFFCAB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758" y="2075418"/>
            <a:ext cx="2006245" cy="17261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4EE6395-0641-54EE-C342-3FD8D79DCFFC}"/>
              </a:ext>
            </a:extLst>
          </p:cNvPr>
          <p:cNvSpPr/>
          <p:nvPr/>
        </p:nvSpPr>
        <p:spPr>
          <a:xfrm>
            <a:off x="7644758" y="2075419"/>
            <a:ext cx="2006245" cy="2602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A12EA0-9521-0AA9-70B3-2F9231BDB3B5}"/>
              </a:ext>
            </a:extLst>
          </p:cNvPr>
          <p:cNvSpPr txBox="1"/>
          <p:nvPr/>
        </p:nvSpPr>
        <p:spPr>
          <a:xfrm>
            <a:off x="8478914" y="5071494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D80970-28C6-C9E5-69DC-E9AA6C142887}"/>
              </a:ext>
            </a:extLst>
          </p:cNvPr>
          <p:cNvSpPr txBox="1"/>
          <p:nvPr/>
        </p:nvSpPr>
        <p:spPr>
          <a:xfrm>
            <a:off x="9760674" y="2037835"/>
            <a:ext cx="33793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E0A3345-665A-6EC5-2ADC-3E9B324F1F22}"/>
              </a:ext>
            </a:extLst>
          </p:cNvPr>
          <p:cNvSpPr/>
          <p:nvPr/>
        </p:nvSpPr>
        <p:spPr>
          <a:xfrm>
            <a:off x="2507512" y="5394659"/>
            <a:ext cx="2865055" cy="1108735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80975">
              <a:spcAft>
                <a:spcPts val="600"/>
              </a:spcAft>
              <a:defRPr/>
            </a:pP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注意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:</a:t>
            </a:r>
            <a:br>
              <a:rPr kumimoji="1" lang="en-US" altLang="ja-JP" sz="1400" b="1" dirty="0">
                <a:solidFill>
                  <a:srgbClr val="FF0000"/>
                </a:solidFill>
                <a:latin typeface="+mn-ea"/>
              </a:rPr>
            </a:b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「</a:t>
            </a:r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Python Launcher</a:t>
            </a:r>
            <a:r>
              <a:rPr kumimoji="1" lang="ja-JP" altLang="en-US" sz="1400" b="1" dirty="0">
                <a:solidFill>
                  <a:srgbClr val="FF0000"/>
                </a:solidFill>
                <a:latin typeface="+mn-ea"/>
              </a:rPr>
              <a:t>」はアンインストールしないこと。</a:t>
            </a:r>
            <a:endParaRPr kumimoji="1" lang="en-US" altLang="ja-JP" sz="14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16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65BB5-244C-48C7-B1AE-F072998E80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0"/>
            <a:ext cx="11429999" cy="901147"/>
          </a:xfrm>
        </p:spPr>
        <p:txBody>
          <a:bodyPr vert="horz" lIns="0" tIns="91440" rIns="0" bIns="45720" rtlCol="0" anchor="t">
            <a:noAutofit/>
          </a:bodyPr>
          <a:lstStyle/>
          <a:p>
            <a:pPr marL="55245" lvl="0" defTabSz="914376">
              <a:spcAft>
                <a:spcPts val="1200"/>
              </a:spcAft>
              <a:defRPr/>
            </a:pPr>
            <a:r>
              <a:rPr lang="ja-JP" altLang="en-US" b="0" dirty="0"/>
              <a:t>本トレーニングでは、「</a:t>
            </a:r>
            <a:r>
              <a:rPr lang="en-US" altLang="ja-JP" b="0" dirty="0"/>
              <a:t>Visual Studio Code</a:t>
            </a:r>
            <a:r>
              <a:rPr lang="ja-JP" altLang="en-US" b="0" dirty="0"/>
              <a:t> </a:t>
            </a:r>
            <a:r>
              <a:rPr lang="en-US" altLang="ja-JP" b="0" dirty="0"/>
              <a:t>(</a:t>
            </a:r>
            <a:r>
              <a:rPr lang="en-US" altLang="ja-JP" b="0" dirty="0" err="1"/>
              <a:t>VSCode</a:t>
            </a:r>
            <a:r>
              <a:rPr lang="en-US" altLang="ja-JP" b="0" dirty="0"/>
              <a:t>)</a:t>
            </a:r>
            <a:r>
              <a:rPr lang="ja-JP" altLang="en-US" b="0" dirty="0"/>
              <a:t>」を開発環境として使用するため、あらかじめインストールしておいてください。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30461A-D19F-48A5-8944-2853B5D2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</a:t>
            </a:r>
            <a:r>
              <a:rPr kumimoji="1" lang="en-US" altLang="ja-JP" dirty="0"/>
              <a:t>. </a:t>
            </a:r>
            <a:r>
              <a:rPr kumimoji="1" lang="en-US" altLang="ja-JP" dirty="0" err="1"/>
              <a:t>VSCode</a:t>
            </a:r>
            <a:r>
              <a:rPr lang="ja-JP" altLang="en-US" dirty="0"/>
              <a:t>インストール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AF4F35-18CB-4169-B501-87A0D394898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  <a:p>
            <a:endParaRPr lang="en-US" dirty="0"/>
          </a:p>
        </p:txBody>
      </p:sp>
      <p:sp>
        <p:nvSpPr>
          <p:cNvPr id="9" name="コンテンツ プレースホルダー 10">
            <a:extLst>
              <a:ext uri="{FF2B5EF4-FFF2-40B4-BE49-F238E27FC236}">
                <a16:creationId xmlns:a16="http://schemas.microsoft.com/office/drawing/2014/main" id="{C868B445-618D-41C5-A9EE-84F97E627C02}"/>
              </a:ext>
            </a:extLst>
          </p:cNvPr>
          <p:cNvSpPr txBox="1">
            <a:spLocks/>
          </p:cNvSpPr>
          <p:nvPr/>
        </p:nvSpPr>
        <p:spPr>
          <a:xfrm>
            <a:off x="381000" y="1185449"/>
            <a:ext cx="11429999" cy="512198"/>
          </a:xfrm>
          <a:prstGeom prst="rect">
            <a:avLst/>
          </a:prstGeom>
        </p:spPr>
        <p:txBody>
          <a:bodyPr>
            <a:noAutofit/>
          </a:bodyPr>
          <a:lstStyle>
            <a:lvl1pPr marL="55561" indent="0" algn="l" defTabSz="914376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4" indent="-17144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6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1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1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F475999C-4958-4422-8D83-F1AA24A86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1930"/>
            <a:ext cx="11079479" cy="394749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36000" tIns="0" rIns="36000" bIns="0"/>
          <a:lstStyle/>
          <a:p>
            <a:pPr lvl="0" defTabSz="180975">
              <a:spcAft>
                <a:spcPts val="600"/>
              </a:spcAft>
              <a:defRPr/>
            </a:pPr>
            <a:r>
              <a:rPr lang="en-US" altLang="ja-JP" sz="2400" b="1" dirty="0" err="1">
                <a:solidFill>
                  <a:prstClr val="black"/>
                </a:solidFill>
              </a:rPr>
              <a:t>VSCode</a:t>
            </a:r>
            <a:r>
              <a:rPr lang="ja-JP" altLang="en-US" sz="2400" b="1" dirty="0">
                <a:solidFill>
                  <a:prstClr val="black"/>
                </a:solidFill>
              </a:rPr>
              <a:t>の公式サイト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marL="457181" lvl="2" defTabSz="180975">
              <a:spcAft>
                <a:spcPts val="600"/>
              </a:spcAft>
              <a:buClr>
                <a:srgbClr val="00530A"/>
              </a:buClr>
              <a:defRPr/>
            </a:pPr>
            <a:r>
              <a:rPr lang="ja-JP" altLang="en-US" dirty="0">
                <a:latin typeface="+mn-ea"/>
              </a:rPr>
              <a:t>公式サイトのリンク： </a:t>
            </a:r>
            <a:br>
              <a:rPr lang="en-US" altLang="ja-JP" dirty="0">
                <a:latin typeface="+mn-ea"/>
              </a:rPr>
            </a:b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  <a:hlinkClick r:id="rId2"/>
              </a:rPr>
              <a:t>Visual</a:t>
            </a:r>
            <a:r>
              <a:rPr kumimoji="0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  <a:hlinkClick r:id="rId2"/>
              </a:rPr>
              <a:t> 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  <a:hlinkClick r:id="rId2"/>
              </a:rPr>
              <a:t>Studio</a:t>
            </a:r>
            <a:r>
              <a:rPr kumimoji="0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  <a:hlinkClick r:id="rId2"/>
              </a:rPr>
              <a:t> 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  <a:hlinkClick r:id="rId2"/>
              </a:rPr>
              <a:t>Code</a:t>
            </a:r>
            <a:b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</a:b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457200"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ja-JP" dirty="0" err="1"/>
              <a:t>VSCode</a:t>
            </a:r>
            <a:r>
              <a:rPr lang="ja-JP" altLang="en-US" dirty="0"/>
              <a:t>のインストーラをダウンロードできます。</a:t>
            </a:r>
            <a:endParaRPr lang="en-US" altLang="ja-JP" dirty="0"/>
          </a:p>
          <a:p>
            <a:pPr marL="457181" lvl="2" defTabSz="180975">
              <a:spcAft>
                <a:spcPts val="600"/>
              </a:spcAft>
              <a:buClr>
                <a:srgbClr val="00530A"/>
              </a:buClr>
              <a:defRPr/>
            </a:pPr>
            <a:endParaRPr lang="en-US" altLang="ja-JP" b="1" dirty="0">
              <a:solidFill>
                <a:prstClr val="black"/>
              </a:solidFill>
            </a:endParaRPr>
          </a:p>
          <a:p>
            <a:pPr lvl="0" defTabSz="180975">
              <a:spcAft>
                <a:spcPts val="600"/>
              </a:spcAft>
              <a:defRPr/>
            </a:pPr>
            <a:r>
              <a:rPr lang="ja-JP" altLang="en-US" sz="2400" b="1" dirty="0">
                <a:solidFill>
                  <a:prstClr val="black"/>
                </a:solidFill>
              </a:rPr>
              <a:t>インストール～初期設定</a:t>
            </a:r>
            <a:endParaRPr lang="ja-JP" altLang="ja-JP" dirty="0"/>
          </a:p>
          <a:p>
            <a:pPr marL="4572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dirty="0">
                <a:latin typeface="+mn-ea"/>
              </a:rPr>
              <a:t>参考リンク：</a:t>
            </a:r>
            <a:br>
              <a:rPr lang="en-US" altLang="ja-JP" dirty="0">
                <a:latin typeface="+mn-ea"/>
              </a:rPr>
            </a:br>
            <a:r>
              <a:rPr lang="en-US" altLang="ja-JP" dirty="0">
                <a:latin typeface="+mn-ea"/>
                <a:hlinkClick r:id="rId3"/>
              </a:rPr>
              <a:t>【</a:t>
            </a:r>
            <a:r>
              <a:rPr lang="ja-JP" altLang="en-US" dirty="0">
                <a:latin typeface="+mn-ea"/>
                <a:hlinkClick r:id="rId3"/>
              </a:rPr>
              <a:t>アニメ図解たっぷり</a:t>
            </a:r>
            <a:r>
              <a:rPr lang="en-US" altLang="ja-JP" dirty="0">
                <a:latin typeface="+mn-ea"/>
                <a:hlinkClick r:id="rId3"/>
              </a:rPr>
              <a:t>】</a:t>
            </a:r>
            <a:r>
              <a:rPr lang="en-US" altLang="ja-JP" dirty="0" err="1">
                <a:latin typeface="+mn-ea"/>
                <a:hlinkClick r:id="rId3"/>
              </a:rPr>
              <a:t>VSCode</a:t>
            </a:r>
            <a:r>
              <a:rPr lang="ja-JP" altLang="en-US" dirty="0">
                <a:latin typeface="+mn-ea"/>
                <a:hlinkClick r:id="rId3"/>
              </a:rPr>
              <a:t>の使い方入門！～ 基本から</a:t>
            </a:r>
            <a:r>
              <a:rPr lang="en-US" altLang="ja-JP" dirty="0">
                <a:latin typeface="+mn-ea"/>
                <a:hlinkClick r:id="rId3"/>
              </a:rPr>
              <a:t>Web</a:t>
            </a:r>
            <a:r>
              <a:rPr lang="ja-JP" altLang="en-US" dirty="0">
                <a:latin typeface="+mn-ea"/>
                <a:hlinkClick r:id="rId3"/>
              </a:rPr>
              <a:t>制作まで</a:t>
            </a:r>
            <a:br>
              <a:rPr lang="en-US" altLang="ja-JP" dirty="0">
                <a:latin typeface="+mn-ea"/>
              </a:rPr>
            </a:br>
            <a:endParaRPr lang="en-US" altLang="ja-JP" dirty="0">
              <a:latin typeface="+mn-ea"/>
            </a:endParaRPr>
          </a:p>
          <a:p>
            <a:pPr marL="457200"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dirty="0">
                <a:latin typeface="+mn-ea"/>
              </a:rPr>
              <a:t>「</a:t>
            </a:r>
            <a:r>
              <a:rPr lang="en-US" altLang="ja-JP" dirty="0" err="1">
                <a:latin typeface="+mn-ea"/>
              </a:rPr>
              <a:t>VScode</a:t>
            </a:r>
            <a:r>
              <a:rPr lang="ja-JP" altLang="en-US" dirty="0">
                <a:latin typeface="+mn-ea"/>
              </a:rPr>
              <a:t>インストールの手順」～「フォルダーの開き方、ファイルの作り方」を実施してください。</a:t>
            </a:r>
            <a:endParaRPr lang="en-US" altLang="ja-JP" dirty="0">
              <a:latin typeface="+mn-ea"/>
            </a:endParaRPr>
          </a:p>
          <a:p>
            <a:pPr marL="457200"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ja-JP" dirty="0" err="1">
                <a:latin typeface="+mn-ea"/>
              </a:rPr>
              <a:t>VSCode</a:t>
            </a:r>
            <a:r>
              <a:rPr lang="ja-JP" altLang="en-US" dirty="0">
                <a:latin typeface="+mn-ea"/>
              </a:rPr>
              <a:t>に拡張機能をインストールする際は、「</a:t>
            </a:r>
            <a:r>
              <a:rPr lang="en-US" altLang="ja-JP" dirty="0" err="1">
                <a:latin typeface="+mn-ea"/>
              </a:rPr>
              <a:t>VScode</a:t>
            </a:r>
            <a:r>
              <a:rPr lang="ja-JP" altLang="en-US" dirty="0">
                <a:latin typeface="+mn-ea"/>
              </a:rPr>
              <a:t>を日本語化」の操作を参考にしてください。</a:t>
            </a:r>
            <a:endParaRPr lang="en-US" altLang="ja-JP" dirty="0">
              <a:latin typeface="+mn-ea"/>
            </a:endParaRPr>
          </a:p>
          <a:p>
            <a:pPr lvl="1" defTabSz="180975">
              <a:spcAft>
                <a:spcPts val="600"/>
              </a:spcAft>
              <a:defRPr/>
            </a:pPr>
            <a:endParaRPr lang="en-US" altLang="ja-JP" dirty="0">
              <a:latin typeface="+mn-ea"/>
            </a:endParaRPr>
          </a:p>
          <a:p>
            <a:pPr marL="817181" lvl="1" indent="-360000" defTabSz="180975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US" altLang="ja-JP" dirty="0">
              <a:solidFill>
                <a:prstClr val="black"/>
              </a:solidFill>
            </a:endParaRPr>
          </a:p>
          <a:p>
            <a:pPr marL="360000" lvl="1" indent="-360000" defTabSz="180975">
              <a:spcAft>
                <a:spcPts val="600"/>
              </a:spcAft>
              <a:buClr>
                <a:srgbClr val="00530A"/>
              </a:buClr>
              <a:buFont typeface="Wingdings" panose="05000000000000000000" pitchFamily="2" charset="2"/>
              <a:buChar char="Ø"/>
              <a:defRPr/>
            </a:pPr>
            <a:endParaRPr lang="en-US" altLang="ja-JP" b="1" dirty="0">
              <a:solidFill>
                <a:prstClr val="black"/>
              </a:solidFill>
            </a:endParaRPr>
          </a:p>
          <a:p>
            <a:pPr marL="360000" lvl="1" indent="-360000" defTabSz="180975">
              <a:spcAft>
                <a:spcPts val="600"/>
              </a:spcAft>
              <a:buClr>
                <a:srgbClr val="00530A"/>
              </a:buClr>
              <a:buFont typeface="Wingdings" panose="05000000000000000000" pitchFamily="2" charset="2"/>
              <a:buChar char="Ø"/>
              <a:defRPr/>
            </a:pP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A4FF4F-0A92-1523-0541-C85416B6861E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384365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B7351E9-0310-0A13-0DD8-2B5C22914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1" y="1295400"/>
            <a:ext cx="4829628" cy="4810932"/>
          </a:xfrm>
        </p:spPr>
        <p:txBody>
          <a:bodyPr/>
          <a:lstStyle/>
          <a:p>
            <a:r>
              <a:rPr kumimoji="1" lang="en-US" altLang="ja-JP" b="0" dirty="0"/>
              <a:t>M365 Copilot</a:t>
            </a:r>
            <a:r>
              <a:rPr kumimoji="1" lang="ja-JP" altLang="en-US" b="0" dirty="0"/>
              <a:t>が利用できることを確認する。</a:t>
            </a:r>
            <a:endParaRPr kumimoji="1" lang="en-US" altLang="ja-JP" b="0" dirty="0"/>
          </a:p>
          <a:p>
            <a:endParaRPr kumimoji="1" lang="en-US" altLang="ja-JP" b="0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/>
              <a:t>手順1: 基本的な利用可能性の確認</a:t>
            </a:r>
            <a:endParaRPr kumimoji="0" lang="en-US" altLang="ja-JP" sz="2400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ja-JP" altLang="ja-JP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ja-JP" dirty="0"/>
              <a:t> </a:t>
            </a:r>
            <a:r>
              <a:rPr kumimoji="0" lang="ja-JP" altLang="ja-JP" dirty="0"/>
              <a:t>Microsoft 365アカウントでサインイン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組織のMicrosoft 365アカウントでサインイン</a:t>
            </a:r>
            <a:r>
              <a:rPr kumimoji="0" lang="ja-JP" altLang="en-US" sz="2000" dirty="0">
                <a:latin typeface="+mn-ea"/>
                <a:ea typeface="+mn-ea"/>
              </a:rPr>
              <a:t>する</a:t>
            </a:r>
            <a:endParaRPr kumimoji="0" lang="en-US" altLang="ja-JP" sz="2000" dirty="0">
              <a:latin typeface="+mn-ea"/>
              <a:ea typeface="+mn-ea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ja-JP" altLang="ja-JP" sz="2000" dirty="0">
              <a:latin typeface="+mn-ea"/>
              <a:ea typeface="+mn-ea"/>
            </a:endParaRPr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ja-JP" dirty="0"/>
              <a:t> </a:t>
            </a:r>
            <a:r>
              <a:rPr kumimoji="0" lang="ja-JP" altLang="ja-JP" dirty="0"/>
              <a:t>Copilot Chatへのアクセス確認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en-US" sz="2000" dirty="0">
                <a:latin typeface="+mn-ea"/>
                <a:ea typeface="+mn-ea"/>
              </a:rPr>
              <a:t>以下リンク先にブラウザで</a:t>
            </a:r>
            <a:r>
              <a:rPr kumimoji="0" lang="ja-JP" altLang="ja-JP" sz="2000" dirty="0">
                <a:latin typeface="+mn-ea"/>
                <a:ea typeface="+mn-ea"/>
              </a:rPr>
              <a:t>にアクセス </a:t>
            </a:r>
            <a:endParaRPr kumimoji="0" lang="en-US" altLang="ja-JP" sz="2000" dirty="0">
              <a:latin typeface="+mn-ea"/>
              <a:ea typeface="+mn-ea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ja-JP" sz="2000" dirty="0">
                <a:latin typeface="+mn-ea"/>
                <a:ea typeface="+mn-ea"/>
              </a:rPr>
              <a:t> </a:t>
            </a:r>
            <a:r>
              <a:rPr kumimoji="0" lang="en-US" altLang="ja-JP" sz="2000" dirty="0">
                <a:latin typeface="+mn-ea"/>
                <a:ea typeface="+mn-ea"/>
                <a:hlinkClick r:id="rId2"/>
              </a:rPr>
              <a:t>https://m365.cloud.microsoft/</a:t>
            </a:r>
            <a:endParaRPr kumimoji="0" lang="en-US" altLang="ja-JP" sz="2000" dirty="0">
              <a:latin typeface="+mn-ea"/>
              <a:ea typeface="+mn-ea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ja-JP" altLang="ja-JP" sz="2000" dirty="0">
              <a:latin typeface="Arial" panose="020B0604020202020204" pitchFamily="34" charset="0"/>
            </a:endParaRPr>
          </a:p>
          <a:p>
            <a:endParaRPr kumimoji="1" lang="en-US" altLang="ja-JP" b="0" dirty="0"/>
          </a:p>
          <a:p>
            <a:endParaRPr kumimoji="1" lang="ja-JP" altLang="en-US" b="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A79D712-2C43-0609-C3A4-5BE9F9E4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. M365 Copilot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1/4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A6D7E5-7889-4F3A-CECD-1C9F637D8F30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B621EF1-53C1-84C0-BC7B-4636CD7B5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829" y="2133600"/>
            <a:ext cx="6579821" cy="411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80C9D5-7652-295E-338C-CADDB072845B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199566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EFF1D-F60E-E2F9-0C43-1350B961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575BEC6-0476-1B6F-DB53-78300BE610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399"/>
            <a:ext cx="6902803" cy="4350657"/>
          </a:xfrm>
        </p:spPr>
        <p:txBody>
          <a:bodyPr/>
          <a:lstStyle/>
          <a:p>
            <a:r>
              <a:rPr kumimoji="0" lang="ja-JP" altLang="ja-JP" sz="2400" dirty="0"/>
              <a:t>手順2: ライセンス状況の視覚的確認</a:t>
            </a:r>
            <a:endParaRPr kumimoji="0" lang="en-US" altLang="ja-JP" sz="2400" dirty="0"/>
          </a:p>
          <a:p>
            <a:endParaRPr kumimoji="0" lang="ja-JP" altLang="ja-JP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ja-JP" dirty="0"/>
              <a:t> </a:t>
            </a:r>
            <a:r>
              <a:rPr kumimoji="0" lang="ja-JP" altLang="ja-JP" dirty="0"/>
              <a:t>「仕事」タブの確認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Copilot Chatページで「仕事」タブまたは「Web」タブの切り替えオプションが表示されるか確認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このオプションが表示されていれば、Copilotアドオンライセンスを保有している可能性が高い </a:t>
            </a:r>
            <a:endParaRPr kumimoji="0" lang="en-US" altLang="ja-JP" sz="2000" dirty="0">
              <a:latin typeface="+mn-ea"/>
              <a:ea typeface="+mn-ea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ja-JP" altLang="ja-JP" sz="2000" dirty="0">
              <a:latin typeface="+mn-ea"/>
              <a:ea typeface="+mn-ea"/>
            </a:endParaRPr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ja-JP" dirty="0"/>
              <a:t> </a:t>
            </a:r>
            <a:r>
              <a:rPr kumimoji="0" lang="ja-JP" altLang="ja-JP" dirty="0"/>
              <a:t>エンタープライズデータ保護アイコンの確認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Copilot Chat画面の右上に緑の盾アイコン（エンタープライズデータ保護）が表示されるか確認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このアイコンがあれば、企業向けライセンスが適用されている </a:t>
            </a:r>
          </a:p>
          <a:p>
            <a:endParaRPr kumimoji="1" lang="ja-JP" altLang="en-US" b="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C1CF689-CB5C-FC1A-E6A2-36BD1651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. M365 Copilot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2/4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EEDACE-62A9-A798-7CA7-18072FE81DC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  <a:p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00F37EF-46BA-8D42-A243-19B68A7AB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531" y="2580822"/>
            <a:ext cx="3122837" cy="8481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図 8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6905A82-5C96-0428-4698-5D22F976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530" y="4611296"/>
            <a:ext cx="3761565" cy="6864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63EB0AD-FB8C-5976-043A-CAABD825ADEC}"/>
              </a:ext>
            </a:extLst>
          </p:cNvPr>
          <p:cNvCxnSpPr/>
          <p:nvPr/>
        </p:nvCxnSpPr>
        <p:spPr>
          <a:xfrm flipH="1">
            <a:off x="10770274" y="4296229"/>
            <a:ext cx="275094" cy="47897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C5E0DA-6AEA-8F5E-FA61-9EA3C68E282E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1933520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38CD0-1113-6177-C76A-C8E74140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FB6AD68-38D4-4083-F549-6A7F38D23D6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0"/>
            <a:ext cx="11429999" cy="2935637"/>
          </a:xfrm>
        </p:spPr>
        <p:txBody>
          <a:bodyPr/>
          <a:lstStyle/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/>
              <a:t>手順3: 機能テスト</a:t>
            </a:r>
            <a:endParaRPr kumimoji="0" lang="en-US" altLang="ja-JP" sz="2400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ja-JP" altLang="ja-JP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ja-JP" dirty="0"/>
              <a:t> </a:t>
            </a:r>
            <a:r>
              <a:rPr kumimoji="0" lang="ja-JP" altLang="ja-JP" dirty="0"/>
              <a:t>基本的な質問の実行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簡単な質問をCopilot Chatに投稿してみる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応答が返ってくるか確認 </a:t>
            </a:r>
            <a:endParaRPr kumimoji="0" lang="en-US" altLang="ja-JP" sz="2000" dirty="0">
              <a:latin typeface="+mn-ea"/>
              <a:ea typeface="+mn-ea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ja-JP" altLang="ja-JP" sz="2000" dirty="0">
              <a:latin typeface="+mn-ea"/>
              <a:ea typeface="+mn-ea"/>
            </a:endParaRPr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ja-JP" dirty="0"/>
              <a:t> </a:t>
            </a:r>
            <a:r>
              <a:rPr kumimoji="0" lang="ja-JP" altLang="ja-JP" dirty="0"/>
              <a:t>Microsoft 365データへのアクセステスト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「私の最近のメール」や「今日の予定」など、組織データに関する質問をしてみる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2000" dirty="0">
                <a:latin typeface="+mn-ea"/>
                <a:ea typeface="+mn-ea"/>
              </a:rPr>
              <a:t>組織データにアクセスできれば、Microsoft 365 Copilotライセンスが有効 </a:t>
            </a:r>
          </a:p>
          <a:p>
            <a:endParaRPr kumimoji="1" lang="ja-JP" altLang="en-US" b="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E918E1B-4924-72F1-C46F-0BE79695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. M365 Copilot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3/4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5E2A97-D2C0-A522-7477-BC4C329B6C5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  <a:p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09E9A3-99D5-0B6F-92BD-A45C9C03F642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410745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8303-C5B6-2231-3BC0-4E174E99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D9C48A3-930D-4ABD-100B-99343EA5A24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0"/>
            <a:ext cx="11429999" cy="4554557"/>
          </a:xfrm>
        </p:spPr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手順</a:t>
            </a:r>
            <a:r>
              <a:rPr lang="en-US" altLang="ja-JP" sz="2400" dirty="0"/>
              <a:t>4: </a:t>
            </a:r>
            <a:r>
              <a:rPr lang="ja-JP" altLang="en-US" sz="2400" dirty="0"/>
              <a:t>トラブルシューティング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ja-JP" altLang="en-US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ja-JP" dirty="0"/>
              <a:t> </a:t>
            </a:r>
            <a:r>
              <a:rPr lang="ja-JP" altLang="en-US" dirty="0"/>
              <a:t>サインアウト・再サインイン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ライセンスが最近付与された場合は、一度サインアウトして再度サインインする</a:t>
            </a:r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dirty="0"/>
              <a:t>2. </a:t>
            </a:r>
            <a:r>
              <a:rPr lang="ja-JP" altLang="en-US" dirty="0"/>
              <a:t>ブラウザキャッシュのクリア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ブラウザのキャッシュと</a:t>
            </a:r>
            <a:r>
              <a:rPr lang="en-US" altLang="ja-JP" b="0" dirty="0"/>
              <a:t>Cookie</a:t>
            </a:r>
            <a:r>
              <a:rPr lang="ja-JP" altLang="en-US" b="0" dirty="0"/>
              <a:t>をクリアして再試行</a:t>
            </a:r>
            <a:endParaRPr lang="en-US" altLang="ja-JP" b="0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dirty="0"/>
          </a:p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dirty="0"/>
              <a:t>3. </a:t>
            </a:r>
            <a:r>
              <a:rPr lang="ja-JP" altLang="en-US" dirty="0"/>
              <a:t>ライセンスの申請（</a:t>
            </a:r>
            <a:r>
              <a:rPr kumimoji="0" lang="ja-JP" altLang="ja-JP" dirty="0"/>
              <a:t>M365 Copilotライセンス</a:t>
            </a:r>
            <a:r>
              <a:rPr kumimoji="0" lang="ja-JP" altLang="en-US" dirty="0"/>
              <a:t>が有効化されていない場合）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dirty="0"/>
              <a:t>以下のリンク先を参考にして、トレーニング受講、ライセンス申請を行う</a:t>
            </a:r>
            <a:endParaRPr lang="en-US" altLang="ja-JP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ja-JP" dirty="0">
                <a:hlinkClick r:id="rId2"/>
              </a:rPr>
              <a:t>Microsoft 365 Copilot Basics | Digital Worker</a:t>
            </a:r>
            <a:endParaRPr lang="en-US" altLang="ja-JP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ja-JP" dirty="0"/>
              <a:t>※</a:t>
            </a:r>
            <a:r>
              <a:rPr lang="ja-JP" altLang="en-US" b="0" dirty="0"/>
              <a:t>ライセンス付与がトレーニングに間に合わない場合、後日公開予定の録画を用いての学習をおすすめします</a:t>
            </a: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202DDA8-452D-BDCF-81BC-09DA6C88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. M365 Copilot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4/4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59BCEE-43B2-8D68-6841-F0A428784DA3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2622C9-CD66-31A9-DA92-B5D7D0614901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1829811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B7C21AA-FB2C-7370-C2AE-8446E15581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1" y="1295400"/>
            <a:ext cx="4887686" cy="4051515"/>
          </a:xfrm>
        </p:spPr>
        <p:txBody>
          <a:bodyPr/>
          <a:lstStyle/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/>
              <a:t>手順1: 基本的な利用可能性の確認</a:t>
            </a:r>
            <a:endParaRPr kumimoji="0" lang="en-US" altLang="ja-JP" sz="2400" dirty="0"/>
          </a:p>
          <a:p>
            <a:endParaRPr lang="ja-JP" altLang="en-US" dirty="0"/>
          </a:p>
          <a:p>
            <a:pPr marL="512761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ja-JP" dirty="0"/>
              <a:t>URL</a:t>
            </a:r>
            <a:r>
              <a:rPr lang="ja-JP" altLang="en-US" dirty="0"/>
              <a:t>への直接アクセス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以下リンク先にブラウザでアクセス</a:t>
            </a: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ja-JP" altLang="en-US" dirty="0"/>
              <a:t>　</a:t>
            </a:r>
            <a:r>
              <a:rPr lang="en-US" altLang="ja-JP" b="0" dirty="0">
                <a:hlinkClick r:id="rId2"/>
              </a:rPr>
              <a:t>https://acnchat.peerworker.ai/</a:t>
            </a:r>
            <a:endParaRPr lang="en-US" altLang="ja-JP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社内ネットワーク（</a:t>
            </a:r>
            <a:r>
              <a:rPr lang="en-US" altLang="ja-JP" b="0" dirty="0"/>
              <a:t>VPN</a:t>
            </a:r>
            <a:r>
              <a:rPr lang="ja-JP" altLang="en-US" b="0" dirty="0"/>
              <a:t>接続含む）からアクセスしているか確認</a:t>
            </a:r>
          </a:p>
          <a:p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34CB26F-9A96-67C2-A4DA-A1A0E0DE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6. </a:t>
            </a:r>
            <a:r>
              <a:rPr lang="en-US" altLang="ja-JP" dirty="0" err="1"/>
              <a:t>AC</a:t>
            </a:r>
            <a:r>
              <a:rPr kumimoji="1" lang="en-US" altLang="ja-JP" dirty="0" err="1"/>
              <a:t>NChat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1/3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DDE225-E4A3-3C81-4F9E-4D9F2534097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pic>
        <p:nvPicPr>
          <p:cNvPr id="6" name="図 5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DA71EEF-4C7A-8769-4257-B3614B32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79" y="2149928"/>
            <a:ext cx="6162374" cy="3848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0C690A-FA43-09BC-2B40-1B3195DC6A23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3003074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B970-3A7B-0C72-1CC6-788065CF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01CFA8C-41FB-4613-1838-E7B32A1AC1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0" y="1295400"/>
            <a:ext cx="5148943" cy="4953000"/>
          </a:xfrm>
        </p:spPr>
        <p:txBody>
          <a:bodyPr/>
          <a:lstStyle/>
          <a:p>
            <a:pPr marL="0"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/>
              <a:t>手順1: 基本的な利用可能性の確認</a:t>
            </a:r>
            <a:endParaRPr kumimoji="0" lang="en-US" altLang="ja-JP" sz="2400" dirty="0"/>
          </a:p>
          <a:p>
            <a:endParaRPr lang="ja-JP" alt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dirty="0"/>
              <a:t>2. </a:t>
            </a:r>
            <a:r>
              <a:rPr lang="ja-JP" altLang="en-US" dirty="0"/>
              <a:t>注意事項のページが表示された場合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dirty="0"/>
              <a:t>注意事項のページが表示された場合、最後まで目を通す</a:t>
            </a:r>
            <a:endParaRPr lang="en-US" altLang="ja-JP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チェックボックスにチェックを入れて、「</a:t>
            </a:r>
            <a:r>
              <a:rPr lang="en-US" altLang="ja-JP" b="0" dirty="0"/>
              <a:t>SIGN IN</a:t>
            </a:r>
            <a:r>
              <a:rPr lang="ja-JP" altLang="en-US" b="0" dirty="0"/>
              <a:t>」ボタンをクリック</a:t>
            </a:r>
            <a:endParaRPr lang="en-US" altLang="ja-JP" b="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31609F4-28F8-2C7E-642D-5095B592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6. </a:t>
            </a:r>
            <a:r>
              <a:rPr lang="en-US" altLang="ja-JP" dirty="0" err="1"/>
              <a:t>AC</a:t>
            </a:r>
            <a:r>
              <a:rPr kumimoji="1" lang="en-US" altLang="ja-JP" dirty="0" err="1"/>
              <a:t>NChat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2/3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4B51A7-250C-DEBA-D2BC-6CADFF4DE4B9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pic>
        <p:nvPicPr>
          <p:cNvPr id="6" name="図 5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C1E4E36-6EF7-F23B-6988-6AB111B85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61" y="1875573"/>
            <a:ext cx="6054939" cy="37926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2C1F13D-0ECC-5FF4-B868-C42A621AE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172927"/>
            <a:ext cx="9439275" cy="990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98CB60E-33FC-96C6-76DA-BAC460D4ED4E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140426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96EF-E6A4-2ACA-4DFC-303537C7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4B1A4D5-C2FB-EA8F-3DAA-0AEF3558090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1001" y="1295400"/>
            <a:ext cx="5715000" cy="4717942"/>
          </a:xfrm>
        </p:spPr>
        <p:txBody>
          <a:bodyPr/>
          <a:lstStyle/>
          <a:p>
            <a:r>
              <a:rPr lang="ja-JP" altLang="en-US" sz="2400" dirty="0"/>
              <a:t>手順</a:t>
            </a:r>
            <a:r>
              <a:rPr lang="en-US" altLang="ja-JP" sz="2400" dirty="0"/>
              <a:t>2: </a:t>
            </a:r>
            <a:r>
              <a:rPr lang="ja-JP" altLang="en-US" sz="2400" dirty="0"/>
              <a:t>機能テスト</a:t>
            </a:r>
          </a:p>
          <a:p>
            <a:endParaRPr lang="ja-JP" altLang="en-US" dirty="0"/>
          </a:p>
          <a:p>
            <a:pPr marL="512761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ja-JP" dirty="0"/>
              <a:t>AI</a:t>
            </a:r>
            <a:r>
              <a:rPr lang="ja-JP" altLang="en-US" dirty="0"/>
              <a:t>モデルの切り替え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ja-JP" dirty="0"/>
              <a:t>AI</a:t>
            </a:r>
            <a:r>
              <a:rPr lang="ja-JP" altLang="en-US" dirty="0"/>
              <a:t>モデルの切り替えができることを確認</a:t>
            </a:r>
            <a:endParaRPr lang="en-US" altLang="ja-JP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ja-JP" dirty="0"/>
          </a:p>
          <a:p>
            <a:pPr marL="512761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ja-JP" altLang="en-US" dirty="0"/>
              <a:t>基本的なチャット機能</a:t>
            </a:r>
            <a:endParaRPr kumimoji="0" lang="ja-JP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簡単な質問やメッセージを入力してテスト</a:t>
            </a: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ja-JP" b="0" dirty="0"/>
              <a:t>AI</a:t>
            </a:r>
            <a:r>
              <a:rPr lang="ja-JP" altLang="en-US" b="0" dirty="0"/>
              <a:t>からの応答が返ってくるか確認</a:t>
            </a: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b="0" dirty="0"/>
              <a:t>応答時間が適切か確認</a:t>
            </a:r>
            <a:endParaRPr lang="en-US" altLang="ja-JP" b="0" dirty="0"/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51D3C43-F56A-2386-90D5-CFDCD331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6. </a:t>
            </a:r>
            <a:r>
              <a:rPr lang="en-US" altLang="ja-JP" dirty="0" err="1"/>
              <a:t>AC</a:t>
            </a:r>
            <a:r>
              <a:rPr kumimoji="1" lang="en-US" altLang="ja-JP" dirty="0" err="1"/>
              <a:t>NChat</a:t>
            </a:r>
            <a:r>
              <a:rPr kumimoji="1" lang="ja-JP" altLang="en-US" dirty="0"/>
              <a:t>の利用確認</a:t>
            </a:r>
            <a:r>
              <a:rPr lang="ja-JP" altLang="en-US" dirty="0"/>
              <a:t>（</a:t>
            </a:r>
            <a:r>
              <a:rPr lang="en-US" altLang="ja-JP" dirty="0"/>
              <a:t>3/3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6EE62E-A25C-A4BA-F9A1-DD05DC054D7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ja-JP" dirty="0"/>
              <a:t>Python×</a:t>
            </a:r>
            <a:r>
              <a:rPr lang="ja-JP" altLang="en-US" dirty="0"/>
              <a:t>生成</a:t>
            </a:r>
            <a:r>
              <a:rPr lang="en-US" altLang="ja-JP" dirty="0"/>
              <a:t>AI </a:t>
            </a:r>
            <a:r>
              <a:rPr lang="ja-JP" altLang="en-US" dirty="0"/>
              <a:t>ハンズオン 事前準備編</a:t>
            </a:r>
          </a:p>
        </p:txBody>
      </p:sp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4C4A8C6-1545-CE66-4380-B56C27D24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489" y="1588735"/>
            <a:ext cx="2700111" cy="48842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図 9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DF0FA65-16F0-7FEB-B3E8-0585460F9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37" y="4719637"/>
            <a:ext cx="5638800" cy="16859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4286BC-355F-CD35-BD55-A195D59F41B4}"/>
              </a:ext>
            </a:extLst>
          </p:cNvPr>
          <p:cNvSpPr/>
          <p:nvPr/>
        </p:nvSpPr>
        <p:spPr>
          <a:xfrm>
            <a:off x="2975429" y="4847771"/>
            <a:ext cx="1219200" cy="1886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D53FF6C-AFBA-AB46-1CB9-69EB8173AB73}"/>
              </a:ext>
            </a:extLst>
          </p:cNvPr>
          <p:cNvCxnSpPr>
            <a:stCxn id="11" idx="3"/>
            <a:endCxn id="8" idx="1"/>
          </p:cNvCxnSpPr>
          <p:nvPr/>
        </p:nvCxnSpPr>
        <p:spPr>
          <a:xfrm flipV="1">
            <a:off x="4194629" y="4030874"/>
            <a:ext cx="4382860" cy="91124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5A8BBE-3457-160C-1F1B-9853E0FDE8B8}"/>
              </a:ext>
            </a:extLst>
          </p:cNvPr>
          <p:cNvSpPr/>
          <p:nvPr/>
        </p:nvSpPr>
        <p:spPr>
          <a:xfrm>
            <a:off x="10340008" y="601166"/>
            <a:ext cx="1470991" cy="5861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/>
                <a:ea typeface="Meiryo UI"/>
              </a:rPr>
              <a:t>必須</a:t>
            </a:r>
          </a:p>
        </p:txBody>
      </p:sp>
    </p:spTree>
    <p:extLst>
      <p:ext uri="{BB962C8B-B14F-4D97-AF65-F5344CB8AC3E}">
        <p14:creationId xmlns:p14="http://schemas.microsoft.com/office/powerpoint/2010/main" val="236924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EATED_BY" val="PptxGenerator"/>
  <p:tag name="CHART_TYPE" val="cover-pag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header"/>
  <p:tag name="TEMPLATE.ID" val="header"/>
  <p:tag name="TEMPLATE.TYPE" val="title"/>
  <p:tag name="CONSUME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subhead"/>
  <p:tag name="TEMPLATE.ID" val="subhea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date"/>
  <p:tag name="TEMPLATE.ID" val="date"/>
  <p:tag name="TEMPLATE.TYPE" val="da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author"/>
  <p:tag name="TEMPLATE.ID" val="author"/>
</p:tagLst>
</file>

<file path=ppt/theme/theme1.xml><?xml version="1.0" encoding="utf-8"?>
<a:theme xmlns:a="http://schemas.openxmlformats.org/drawingml/2006/main" name="1 Cover Title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101_TRGCoE_MasterTemplate_v1.00.potx" id="{D0A3AA2D-08DB-46AF-B970-44B3F8EB4CB1}" vid="{9EF2E44E-A2F2-4541-BFD2-F3EC3503A643}"/>
    </a:ext>
  </a:extLst>
</a:theme>
</file>

<file path=ppt/theme/theme2.xml><?xml version="1.0" encoding="utf-8"?>
<a:theme xmlns:a="http://schemas.openxmlformats.org/drawingml/2006/main" name="2 Content Layouts 基本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 kumimoji="1"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101_TRGCoE_MasterTemplate_v1.00.potx" id="{D0A3AA2D-08DB-46AF-B970-44B3F8EB4CB1}" vid="{C8863052-9ECB-46FA-AC40-514302E89060}"/>
    </a:ext>
  </a:extLst>
</a:theme>
</file>

<file path=ppt/theme/theme3.xml><?xml version="1.0" encoding="utf-8"?>
<a:theme xmlns:a="http://schemas.openxmlformats.org/drawingml/2006/main" name="3 Content Layouts 亜種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101_TRGCoE_MasterTemplate_v1.00.potx" id="{D0A3AA2D-08DB-46AF-B970-44B3F8EB4CB1}" vid="{73FCE201-962F-4FD3-B9C5-085C7063C3D7}"/>
    </a:ext>
  </a:extLst>
</a:theme>
</file>

<file path=ppt/theme/theme4.xml><?xml version="1.0" encoding="utf-8"?>
<a:theme xmlns:a="http://schemas.openxmlformats.org/drawingml/2006/main" name="4 Content Layouts 特殊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101_TRGCoE_MasterTemplate_v1.00.potx" id="{D0A3AA2D-08DB-46AF-B970-44B3F8EB4CB1}" vid="{F1A0ED35-A179-4919-82F2-38FFFA36EEEE}"/>
    </a:ext>
  </a:extLst>
</a:theme>
</file>

<file path=ppt/theme/theme5.xml><?xml version="1.0" encoding="utf-8"?>
<a:theme xmlns:a="http://schemas.openxmlformats.org/drawingml/2006/main" name="Material_TRGCoE">
  <a:themeElements>
    <a:clrScheme name="TrainingCoE">
      <a:dk1>
        <a:srgbClr val="000000"/>
      </a:dk1>
      <a:lt1>
        <a:srgbClr val="FFFFFF"/>
      </a:lt1>
      <a:dk2>
        <a:srgbClr val="BEBEBE"/>
      </a:dk2>
      <a:lt2>
        <a:srgbClr val="5A5A5A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0563C1"/>
      </a:hlink>
      <a:folHlink>
        <a:srgbClr val="969696"/>
      </a:folHlink>
    </a:clrScheme>
    <a:fontScheme name="TrainingCoE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Material_TRGCoE" id="{B9F0D85F-CECC-49B3-B70B-9205E45D478A}" vid="{C39AF7AE-7D5D-4A8D-B21F-651BB08FD7FB}"/>
    </a:ext>
  </a:extLst>
</a:theme>
</file>

<file path=ppt/theme/theme6.xml><?xml version="1.0" encoding="utf-8"?>
<a:theme xmlns:a="http://schemas.openxmlformats.org/drawingml/2006/main" name="Body">
  <a:themeElements>
    <a:clrScheme name="TrainingCoE">
      <a:dk1>
        <a:srgbClr val="000000"/>
      </a:dk1>
      <a:lt1>
        <a:srgbClr val="FFFFFF"/>
      </a:lt1>
      <a:dk2>
        <a:srgbClr val="BEBEBE"/>
      </a:dk2>
      <a:lt2>
        <a:srgbClr val="5A5A5A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0563C1"/>
      </a:hlink>
      <a:folHlink>
        <a:srgbClr val="969696"/>
      </a:folHlink>
    </a:clrScheme>
    <a:fontScheme name="TrainingCoE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Template_Graphik_v3" id="{C0F616C9-3293-4380-992F-A62101012C02}" vid="{1DCEBEEA-57AE-4F22-B73A-D6051563C8F1}"/>
    </a:ext>
  </a:extLst>
</a:theme>
</file>

<file path=ppt/theme/theme7.xml><?xml version="1.0" encoding="utf-8"?>
<a:theme xmlns:a="http://schemas.openxmlformats.org/drawingml/2006/main" name="Partition">
  <a:themeElements>
    <a:clrScheme name="TrainingCoE">
      <a:dk1>
        <a:srgbClr val="000000"/>
      </a:dk1>
      <a:lt1>
        <a:srgbClr val="FFFFFF"/>
      </a:lt1>
      <a:dk2>
        <a:srgbClr val="BEBEBE"/>
      </a:dk2>
      <a:lt2>
        <a:srgbClr val="5A5A5A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0563C1"/>
      </a:hlink>
      <a:folHlink>
        <a:srgbClr val="969696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TrainingCoE" id="{2E16DE2E-4955-4130-BEF7-C2824EE96114}" vid="{D6ADCEF3-FF80-4326-8E9D-581193FDB081}"/>
    </a:ext>
  </a:extLst>
</a:theme>
</file>

<file path=ppt/theme/theme8.xml><?xml version="1.0" encoding="utf-8"?>
<a:theme xmlns:a="http://schemas.openxmlformats.org/drawingml/2006/main" name="1_Body">
  <a:themeElements>
    <a:clrScheme name="TrainingCoE">
      <a:dk1>
        <a:srgbClr val="000000"/>
      </a:dk1>
      <a:lt1>
        <a:srgbClr val="FFFFFF"/>
      </a:lt1>
      <a:dk2>
        <a:srgbClr val="BEBEBE"/>
      </a:dk2>
      <a:lt2>
        <a:srgbClr val="5A5A5A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0563C1"/>
      </a:hlink>
      <a:folHlink>
        <a:srgbClr val="969696"/>
      </a:folHlink>
    </a:clrScheme>
    <a:fontScheme name="TrainingCoE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Template_Graphik_v3" id="{C0F616C9-3293-4380-992F-A62101012C02}" vid="{1DCEBEEA-57AE-4F22-B73A-D6051563C8F1}"/>
    </a:ext>
  </a:extLst>
</a:theme>
</file>

<file path=ppt/theme/theme9.xml><?xml version="1.0" encoding="utf-8"?>
<a:theme xmlns:a="http://schemas.openxmlformats.org/drawingml/2006/main" name="1_Partition">
  <a:themeElements>
    <a:clrScheme name="TrainingCoE">
      <a:dk1>
        <a:srgbClr val="000000"/>
      </a:dk1>
      <a:lt1>
        <a:srgbClr val="FFFFFF"/>
      </a:lt1>
      <a:dk2>
        <a:srgbClr val="BEBEBE"/>
      </a:dk2>
      <a:lt2>
        <a:srgbClr val="5A5A5A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0563C1"/>
      </a:hlink>
      <a:folHlink>
        <a:srgbClr val="969696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TrainingCoE" id="{2E16DE2E-4955-4130-BEF7-C2824EE96114}" vid="{D6ADCEF3-FF80-4326-8E9D-581193FDB081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3411C8-AF07-4921-9226-4858843D6C25}">
  <we:reference id="12cf32e2-483a-4204-b71b-bf2af83debf2" version="1.2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a9a718-74fb-42e1-8615-105ce4ca9edf">
      <Terms xmlns="http://schemas.microsoft.com/office/infopath/2007/PartnerControls"/>
    </lcf76f155ced4ddcb4097134ff3c332f>
    <TaxCatchAll xmlns="d410d3bf-785b-4764-b84a-7811043821ee" xsi:nil="true"/>
    <_x30c4__x30fc__x30eb_ xmlns="eca9a718-74fb-42e1-8615-105ce4ca9edf" xsi:nil="true"/>
    <_x5c55__x958b__x65e5_ xmlns="eca9a718-74fb-42e1-8615-105ce4ca9edf" xsi:nil="true"/>
    <_Flow_SignoffStatus xmlns="eca9a718-74fb-42e1-8615-105ce4ca9e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C773FF5DB5724E9CA20E568CF9ECD5" ma:contentTypeVersion="20" ma:contentTypeDescription="Create a new document." ma:contentTypeScope="" ma:versionID="ae6296df1f14b6c26dfc88329dc3cd43">
  <xsd:schema xmlns:xsd="http://www.w3.org/2001/XMLSchema" xmlns:xs="http://www.w3.org/2001/XMLSchema" xmlns:p="http://schemas.microsoft.com/office/2006/metadata/properties" xmlns:ns2="eca9a718-74fb-42e1-8615-105ce4ca9edf" xmlns:ns3="d410d3bf-785b-4764-b84a-7811043821ee" targetNamespace="http://schemas.microsoft.com/office/2006/metadata/properties" ma:root="true" ma:fieldsID="c62d5f957cd95b1f87b249e154f43041" ns2:_="" ns3:_="">
    <xsd:import namespace="eca9a718-74fb-42e1-8615-105ce4ca9edf"/>
    <xsd:import namespace="d410d3bf-785b-4764-b84a-7811043821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_x30c4__x30fc__x30eb_" minOccurs="0"/>
                <xsd:element ref="ns2:_x5c55__x958b__x65e5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9a718-74fb-42e1-8615-105ce4ca9e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Flow_SignoffStatus" ma:index="17" nillable="true" ma:displayName="Sign-off status" ma:internalName="Sign_x002d_off_x0020_status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c4__x30fc__x30eb_" ma:index="24" nillable="true" ma:displayName="ツール" ma:format="Dropdown" ma:internalName="_x30c4__x30fc__x30eb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UiPath"/>
                    <xsd:enumeration value="PowerAutomate"/>
                    <xsd:enumeration value="VBA"/>
                    <xsd:enumeration value="PowerApps"/>
                    <xsd:enumeration value="PowerBI"/>
                  </xsd:restriction>
                </xsd:simpleType>
              </xsd:element>
            </xsd:sequence>
          </xsd:extension>
        </xsd:complexContent>
      </xsd:complexType>
    </xsd:element>
    <xsd:element name="_x5c55__x958b__x65e5_" ma:index="25" nillable="true" ma:displayName="展開日" ma:format="DateOnly" ma:internalName="_x5c55__x958b__x65e5_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0d3bf-785b-4764-b84a-7811043821e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9cc1974-cd4f-4769-b721-6841c24eea8b}" ma:internalName="TaxCatchAll" ma:showField="CatchAllData" ma:web="d410d3bf-785b-4764-b84a-7811043821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34DDAC-CAA0-4E87-980F-6BF5010B4710}">
  <ds:schemaRefs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7e03d25-4a9a-4bda-9e0d-2aff4fb35214"/>
    <ds:schemaRef ds:uri="e10e65db-a786-4dec-b92f-d5648e14ed01"/>
    <ds:schemaRef ds:uri="http://schemas.microsoft.com/office/2006/metadata/properties"/>
    <ds:schemaRef ds:uri="http://www.w3.org/XML/1998/namespace"/>
    <ds:schemaRef ds:uri="eca9a718-74fb-42e1-8615-105ce4ca9edf"/>
    <ds:schemaRef ds:uri="d410d3bf-785b-4764-b84a-7811043821ee"/>
  </ds:schemaRefs>
</ds:datastoreItem>
</file>

<file path=customXml/itemProps2.xml><?xml version="1.0" encoding="utf-8"?>
<ds:datastoreItem xmlns:ds="http://schemas.openxmlformats.org/officeDocument/2006/customXml" ds:itemID="{61D95524-A27C-482A-8CFD-2BC63566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0A5199-FA90-45C7-8B58-129DAD0219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a9a718-74fb-42e1-8615-105ce4ca9edf"/>
    <ds:schemaRef ds:uri="d410d3bf-785b-4764-b84a-7811043821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101_TRGCoE_MasterTemplate_v1.00</Template>
  <TotalTime>612</TotalTime>
  <Words>1542</Words>
  <Application>Microsoft Office PowerPoint</Application>
  <PresentationFormat>ワイド画面</PresentationFormat>
  <Paragraphs>188</Paragraphs>
  <Slides>16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10</vt:i4>
      </vt:variant>
      <vt:variant>
        <vt:lpstr>スライド タイトル</vt:lpstr>
      </vt:variant>
      <vt:variant>
        <vt:i4>16</vt:i4>
      </vt:variant>
    </vt:vector>
  </HeadingPairs>
  <TitlesOfParts>
    <vt:vector size="26" baseType="lpstr">
      <vt:lpstr>1 Cover Titles</vt:lpstr>
      <vt:lpstr>2 Content Layouts 基本</vt:lpstr>
      <vt:lpstr>3 Content Layouts 亜種</vt:lpstr>
      <vt:lpstr>4 Content Layouts 特殊</vt:lpstr>
      <vt:lpstr>Material_TRGCoE</vt:lpstr>
      <vt:lpstr>Body</vt:lpstr>
      <vt:lpstr>Partition</vt:lpstr>
      <vt:lpstr>1_Body</vt:lpstr>
      <vt:lpstr>1_Partition</vt:lpstr>
      <vt:lpstr>Office Theme</vt:lpstr>
      <vt:lpstr>Python×生成AI ハンズオン 事前準備編</vt:lpstr>
      <vt:lpstr>PowerPoint プレゼンテーション</vt:lpstr>
      <vt:lpstr>1. Pythonインストールの事前確認</vt:lpstr>
      <vt:lpstr>2. Pythonインストール（1/4）</vt:lpstr>
      <vt:lpstr>2. Pythonインストール（2/4）</vt:lpstr>
      <vt:lpstr>2. Pythonインストール（3/4）</vt:lpstr>
      <vt:lpstr>2. Pythonインストール（4/4）</vt:lpstr>
      <vt:lpstr>3. Pythonアンインストール</vt:lpstr>
      <vt:lpstr>4. VSCodeインストール</vt:lpstr>
      <vt:lpstr>5. M365 Copilotの利用確認（1/4）</vt:lpstr>
      <vt:lpstr>5. M365 Copilotの利用確認（2/4）</vt:lpstr>
      <vt:lpstr>5. M365 Copilotの利用確認（3/4）</vt:lpstr>
      <vt:lpstr>5. M365 Copilotの利用確認（4/4）</vt:lpstr>
      <vt:lpstr>6. ACNChatの利用確認（1/3）</vt:lpstr>
      <vt:lpstr>6. ACNChatの利用確認（2/3）</vt:lpstr>
      <vt:lpstr>6. ACNChatの利用確認（3/3）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akira.a.sakai@accenture.com</dc:creator>
  <cp:lastModifiedBy>Sakai, Akira A.</cp:lastModifiedBy>
  <cp:revision>24</cp:revision>
  <cp:lastPrinted>2019-06-07T08:07:08Z</cp:lastPrinted>
  <dcterms:created xsi:type="dcterms:W3CDTF">2019-07-18T06:35:31Z</dcterms:created>
  <dcterms:modified xsi:type="dcterms:W3CDTF">2025-10-29T03:16:45Z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0x010100C0C773FF5DB5724E9CA20E568CF9ECD5</vt:lpwstr>
  </property>
  <property fmtid="{D5CDD505-2E9C-101B-9397-08002B2CF9AE}" pid="3" name="Order">
    <vt:r8>13200</vt:r8>
  </property>
  <property fmtid="{D5CDD505-2E9C-101B-9397-08002B2CF9AE}" pid="4" name="URL">
    <vt:lpwstr/>
  </property>
  <property fmtid="{D5CDD505-2E9C-101B-9397-08002B2CF9AE}" pid="5" name="xd_Prog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_CopySource">
    <vt:lpwstr>https://ts.accenture.com/sites/Japan-CLT/OnBoardingTRG/FY22_Docs_Tech/3000_Dev/3800_CR/05_Python入門/FY22/PYT_01_TechBootCamp_Python入門.pptx</vt:lpwstr>
  </property>
  <property fmtid="{D5CDD505-2E9C-101B-9397-08002B2CF9AE}" pid="9" name="MediaServiceImageTags">
    <vt:lpwstr/>
  </property>
</Properties>
</file>